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0" r:id="rId2"/>
    <p:sldId id="258" r:id="rId3"/>
    <p:sldId id="262" r:id="rId4"/>
    <p:sldId id="280" r:id="rId5"/>
    <p:sldId id="283" r:id="rId6"/>
    <p:sldId id="281" r:id="rId7"/>
    <p:sldId id="291" r:id="rId8"/>
    <p:sldId id="292" r:id="rId9"/>
    <p:sldId id="290" r:id="rId10"/>
    <p:sldId id="270" r:id="rId11"/>
    <p:sldId id="284" r:id="rId12"/>
    <p:sldId id="279" r:id="rId13"/>
    <p:sldId id="293" r:id="rId14"/>
    <p:sldId id="294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BDE24D-200C-4278-10E9-62268C06E89C}" name="imane kharbouche" initials="ik" userId="S::imane.kharbouche@etu.univ-poitiers.fr::c7dbc017-7917-4f23-a4a1-28fb42f70cda" providerId="AD"/>
  <p188:author id="{711CF45B-F2F2-4F6A-2297-664C990E66CC}" name="Abderrahman Jenfi" initials="AJ" userId="S::abderrahman.jenfi@etu.univ-poitiers.fr::77a986fd-5550-4b85-8425-ff01d2c8194c" providerId="AD"/>
  <p188:author id="{7167EEFD-DD47-BDAD-F7C3-F215E85B462E}" name="Quentin Chirol" initials="QC" userId="S::quentin.chirol@etu.univ-poitiers.fr::5d73e69c-eeaa-4f4c-8dec-15de021accd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mane kharbouche" initials="ik" lastIdx="4" clrIdx="0">
    <p:extLst>
      <p:ext uri="{19B8F6BF-5375-455C-9EA6-DF929625EA0E}">
        <p15:presenceInfo xmlns:p15="http://schemas.microsoft.com/office/powerpoint/2012/main" userId="S::imane.kharbouche@etu.univ-poitiers.fr::c7dbc017-7917-4f23-a4a1-28fb42f70c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A44"/>
    <a:srgbClr val="E24F9B"/>
    <a:srgbClr val="C14934"/>
    <a:srgbClr val="C3AE51"/>
    <a:srgbClr val="AD1D1D"/>
    <a:srgbClr val="C1C14F"/>
    <a:srgbClr val="292929"/>
    <a:srgbClr val="1C1C1C"/>
    <a:srgbClr val="1F0F0F"/>
    <a:srgbClr val="04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/>
    <p:restoredTop sz="94710"/>
  </p:normalViewPr>
  <p:slideViewPr>
    <p:cSldViewPr snapToGrid="0">
      <p:cViewPr varScale="1">
        <p:scale>
          <a:sx n="105" d="100"/>
          <a:sy n="105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entin Chirol" userId="S::quentin.chirol@etu.univ-poitiers.fr::5d73e69c-eeaa-4f4c-8dec-15de021accd9" providerId="AD" clId="Web-{21145B6E-374F-1E34-985C-C73EAE89DE1A}"/>
    <pc:docChg chg="addSld modSld sldOrd">
      <pc:chgData name="Quentin Chirol" userId="S::quentin.chirol@etu.univ-poitiers.fr::5d73e69c-eeaa-4f4c-8dec-15de021accd9" providerId="AD" clId="Web-{21145B6E-374F-1E34-985C-C73EAE89DE1A}" dt="2024-10-18T07:48:15.161" v="80" actId="14100"/>
      <pc:docMkLst>
        <pc:docMk/>
      </pc:docMkLst>
      <pc:sldChg chg="delSp modSp mod setBg">
        <pc:chgData name="Quentin Chirol" userId="S::quentin.chirol@etu.univ-poitiers.fr::5d73e69c-eeaa-4f4c-8dec-15de021accd9" providerId="AD" clId="Web-{21145B6E-374F-1E34-985C-C73EAE89DE1A}" dt="2024-10-18T06:30:18.288" v="5"/>
        <pc:sldMkLst>
          <pc:docMk/>
          <pc:sldMk cId="1689334318" sldId="256"/>
        </pc:sldMkLst>
      </pc:sldChg>
      <pc:sldChg chg="addSp delSp modSp ord">
        <pc:chgData name="Quentin Chirol" userId="S::quentin.chirol@etu.univ-poitiers.fr::5d73e69c-eeaa-4f4c-8dec-15de021accd9" providerId="AD" clId="Web-{21145B6E-374F-1E34-985C-C73EAE89DE1A}" dt="2024-10-18T07:44:15.560" v="70"/>
        <pc:sldMkLst>
          <pc:docMk/>
          <pc:sldMk cId="2379310239" sldId="257"/>
        </pc:sldMkLst>
      </pc:sldChg>
      <pc:sldChg chg="addSp delSp modSp new mod setBg">
        <pc:chgData name="Quentin Chirol" userId="S::quentin.chirol@etu.univ-poitiers.fr::5d73e69c-eeaa-4f4c-8dec-15de021accd9" providerId="AD" clId="Web-{21145B6E-374F-1E34-985C-C73EAE89DE1A}" dt="2024-10-18T07:48:15.161" v="80" actId="14100"/>
        <pc:sldMkLst>
          <pc:docMk/>
          <pc:sldMk cId="1295976841" sldId="258"/>
        </pc:sldMkLst>
      </pc:sldChg>
      <pc:sldChg chg="addSp delSp modSp new">
        <pc:chgData name="Quentin Chirol" userId="S::quentin.chirol@etu.univ-poitiers.fr::5d73e69c-eeaa-4f4c-8dec-15de021accd9" providerId="AD" clId="Web-{21145B6E-374F-1E34-985C-C73EAE89DE1A}" dt="2024-10-18T07:30:32.598" v="68" actId="20577"/>
        <pc:sldMkLst>
          <pc:docMk/>
          <pc:sldMk cId="50052624" sldId="261"/>
        </pc:sldMkLst>
      </pc:sldChg>
    </pc:docChg>
  </pc:docChgLst>
  <pc:docChgLst>
    <pc:chgData name="imane kharbouche" userId="c7dbc017-7917-4f23-a4a1-28fb42f70cda" providerId="ADAL" clId="{CA374ADE-09FB-5E4B-B50D-3941B848DEFE}"/>
    <pc:docChg chg="undo custSel addSld delSld modSld sldOrd">
      <pc:chgData name="imane kharbouche" userId="c7dbc017-7917-4f23-a4a1-28fb42f70cda" providerId="ADAL" clId="{CA374ADE-09FB-5E4B-B50D-3941B848DEFE}" dt="2024-11-07T20:10:18.710" v="884"/>
      <pc:docMkLst>
        <pc:docMk/>
      </pc:docMkLst>
      <pc:sldChg chg="modSp mod">
        <pc:chgData name="imane kharbouche" userId="c7dbc017-7917-4f23-a4a1-28fb42f70cda" providerId="ADAL" clId="{CA374ADE-09FB-5E4B-B50D-3941B848DEFE}" dt="2024-11-07T19:50:00.933" v="645" actId="20577"/>
        <pc:sldMkLst>
          <pc:docMk/>
          <pc:sldMk cId="1295976841" sldId="258"/>
        </pc:sldMkLst>
      </pc:sldChg>
      <pc:sldChg chg="modSp mod">
        <pc:chgData name="imane kharbouche" userId="c7dbc017-7917-4f23-a4a1-28fb42f70cda" providerId="ADAL" clId="{CA374ADE-09FB-5E4B-B50D-3941B848DEFE}" dt="2024-11-07T20:07:23.214" v="855" actId="1076"/>
        <pc:sldMkLst>
          <pc:docMk/>
          <pc:sldMk cId="2171224548" sldId="260"/>
        </pc:sldMkLst>
      </pc:sldChg>
      <pc:sldChg chg="addSp delSp modSp mod">
        <pc:chgData name="imane kharbouche" userId="c7dbc017-7917-4f23-a4a1-28fb42f70cda" providerId="ADAL" clId="{CA374ADE-09FB-5E4B-B50D-3941B848DEFE}" dt="2024-11-07T19:51:04.780" v="650" actId="207"/>
        <pc:sldMkLst>
          <pc:docMk/>
          <pc:sldMk cId="872951277" sldId="262"/>
        </pc:sldMkLst>
      </pc:sldChg>
      <pc:sldChg chg="addSp delSp modSp del mod">
        <pc:chgData name="imane kharbouche" userId="c7dbc017-7917-4f23-a4a1-28fb42f70cda" providerId="ADAL" clId="{CA374ADE-09FB-5E4B-B50D-3941B848DEFE}" dt="2024-11-06T09:36:57.741" v="447" actId="2696"/>
        <pc:sldMkLst>
          <pc:docMk/>
          <pc:sldMk cId="762677645" sldId="267"/>
        </pc:sldMkLst>
      </pc:sldChg>
      <pc:sldChg chg="addSp delSp modSp mod setBg">
        <pc:chgData name="imane kharbouche" userId="c7dbc017-7917-4f23-a4a1-28fb42f70cda" providerId="ADAL" clId="{CA374ADE-09FB-5E4B-B50D-3941B848DEFE}" dt="2024-11-07T20:09:29.942" v="877" actId="1582"/>
        <pc:sldMkLst>
          <pc:docMk/>
          <pc:sldMk cId="2803657774" sldId="270"/>
        </pc:sldMkLst>
      </pc:sldChg>
      <pc:sldChg chg="addSp delSp modSp del mod ord">
        <pc:chgData name="imane kharbouche" userId="c7dbc017-7917-4f23-a4a1-28fb42f70cda" providerId="ADAL" clId="{CA374ADE-09FB-5E4B-B50D-3941B848DEFE}" dt="2024-11-06T09:41:39.870" v="552" actId="2696"/>
        <pc:sldMkLst>
          <pc:docMk/>
          <pc:sldMk cId="1557710599" sldId="274"/>
        </pc:sldMkLst>
      </pc:sldChg>
      <pc:sldChg chg="del">
        <pc:chgData name="imane kharbouche" userId="c7dbc017-7917-4f23-a4a1-28fb42f70cda" providerId="ADAL" clId="{CA374ADE-09FB-5E4B-B50D-3941B848DEFE}" dt="2024-11-05T20:10:59.870" v="346" actId="2696"/>
        <pc:sldMkLst>
          <pc:docMk/>
          <pc:sldMk cId="123568332" sldId="275"/>
        </pc:sldMkLst>
      </pc:sldChg>
      <pc:sldChg chg="addSp delSp modSp mod setBg">
        <pc:chgData name="imane kharbouche" userId="c7dbc017-7917-4f23-a4a1-28fb42f70cda" providerId="ADAL" clId="{CA374ADE-09FB-5E4B-B50D-3941B848DEFE}" dt="2024-11-07T20:08:57.173" v="872" actId="208"/>
        <pc:sldMkLst>
          <pc:docMk/>
          <pc:sldMk cId="465828444" sldId="279"/>
        </pc:sldMkLst>
      </pc:sldChg>
      <pc:sldChg chg="addSp delSp modSp mod">
        <pc:chgData name="imane kharbouche" userId="c7dbc017-7917-4f23-a4a1-28fb42f70cda" providerId="ADAL" clId="{CA374ADE-09FB-5E4B-B50D-3941B848DEFE}" dt="2024-11-07T20:10:18.710" v="884"/>
        <pc:sldMkLst>
          <pc:docMk/>
          <pc:sldMk cId="892310499" sldId="280"/>
        </pc:sldMkLst>
      </pc:sldChg>
      <pc:sldChg chg="addSp delSp modSp mod ord">
        <pc:chgData name="imane kharbouche" userId="c7dbc017-7917-4f23-a4a1-28fb42f70cda" providerId="ADAL" clId="{CA374ADE-09FB-5E4B-B50D-3941B848DEFE}" dt="2024-11-07T19:51:41.825" v="653" actId="115"/>
        <pc:sldMkLst>
          <pc:docMk/>
          <pc:sldMk cId="2406396037" sldId="281"/>
        </pc:sldMkLst>
      </pc:sldChg>
      <pc:sldChg chg="modSp mod">
        <pc:chgData name="imane kharbouche" userId="c7dbc017-7917-4f23-a4a1-28fb42f70cda" providerId="ADAL" clId="{CA374ADE-09FB-5E4B-B50D-3941B848DEFE}" dt="2024-11-05T19:21:22.250" v="47"/>
        <pc:sldMkLst>
          <pc:docMk/>
          <pc:sldMk cId="1608551635" sldId="282"/>
        </pc:sldMkLst>
      </pc:sldChg>
      <pc:sldChg chg="addSp delSp modSp mod ord">
        <pc:chgData name="imane kharbouche" userId="c7dbc017-7917-4f23-a4a1-28fb42f70cda" providerId="ADAL" clId="{CA374ADE-09FB-5E4B-B50D-3941B848DEFE}" dt="2024-11-07T20:10:03.928" v="882"/>
        <pc:sldMkLst>
          <pc:docMk/>
          <pc:sldMk cId="4286175639" sldId="283"/>
        </pc:sldMkLst>
      </pc:sldChg>
      <pc:sldChg chg="addSp delSp modSp mod ord setBg">
        <pc:chgData name="imane kharbouche" userId="c7dbc017-7917-4f23-a4a1-28fb42f70cda" providerId="ADAL" clId="{CA374ADE-09FB-5E4B-B50D-3941B848DEFE}" dt="2024-11-07T20:09:14.381" v="875"/>
        <pc:sldMkLst>
          <pc:docMk/>
          <pc:sldMk cId="1405193319" sldId="284"/>
        </pc:sldMkLst>
      </pc:sldChg>
      <pc:sldChg chg="del">
        <pc:chgData name="imane kharbouche" userId="c7dbc017-7917-4f23-a4a1-28fb42f70cda" providerId="ADAL" clId="{CA374ADE-09FB-5E4B-B50D-3941B848DEFE}" dt="2024-11-06T09:37:28.718" v="448" actId="2696"/>
        <pc:sldMkLst>
          <pc:docMk/>
          <pc:sldMk cId="2469303145" sldId="286"/>
        </pc:sldMkLst>
      </pc:sldChg>
      <pc:sldChg chg="del">
        <pc:chgData name="imane kharbouche" userId="c7dbc017-7917-4f23-a4a1-28fb42f70cda" providerId="ADAL" clId="{CA374ADE-09FB-5E4B-B50D-3941B848DEFE}" dt="2024-11-06T09:37:28.718" v="448" actId="2696"/>
        <pc:sldMkLst>
          <pc:docMk/>
          <pc:sldMk cId="1781102403" sldId="287"/>
        </pc:sldMkLst>
      </pc:sldChg>
      <pc:sldChg chg="del">
        <pc:chgData name="imane kharbouche" userId="c7dbc017-7917-4f23-a4a1-28fb42f70cda" providerId="ADAL" clId="{CA374ADE-09FB-5E4B-B50D-3941B848DEFE}" dt="2024-11-06T09:37:28.718" v="448" actId="2696"/>
        <pc:sldMkLst>
          <pc:docMk/>
          <pc:sldMk cId="2133489553" sldId="288"/>
        </pc:sldMkLst>
      </pc:sldChg>
      <pc:sldChg chg="modSp del mod ord">
        <pc:chgData name="imane kharbouche" userId="c7dbc017-7917-4f23-a4a1-28fb42f70cda" providerId="ADAL" clId="{CA374ADE-09FB-5E4B-B50D-3941B848DEFE}" dt="2024-11-06T09:38:15.576" v="460" actId="2696"/>
        <pc:sldMkLst>
          <pc:docMk/>
          <pc:sldMk cId="4106483069" sldId="289"/>
        </pc:sldMkLst>
      </pc:sldChg>
      <pc:sldChg chg="addSp delSp modSp add mod">
        <pc:chgData name="imane kharbouche" userId="c7dbc017-7917-4f23-a4a1-28fb42f70cda" providerId="ADAL" clId="{CA374ADE-09FB-5E4B-B50D-3941B848DEFE}" dt="2024-11-07T19:54:04.797" v="716" actId="207"/>
        <pc:sldMkLst>
          <pc:docMk/>
          <pc:sldMk cId="2910297270" sldId="290"/>
        </pc:sldMkLst>
      </pc:sldChg>
      <pc:sldChg chg="addSp delSp modSp add mod ord">
        <pc:chgData name="imane kharbouche" userId="c7dbc017-7917-4f23-a4a1-28fb42f70cda" providerId="ADAL" clId="{CA374ADE-09FB-5E4B-B50D-3941B848DEFE}" dt="2024-11-07T19:54:40.153" v="722" actId="1076"/>
        <pc:sldMkLst>
          <pc:docMk/>
          <pc:sldMk cId="2085715027" sldId="291"/>
        </pc:sldMkLst>
      </pc:sldChg>
      <pc:sldChg chg="addSp delSp modSp add mod ord">
        <pc:chgData name="imane kharbouche" userId="c7dbc017-7917-4f23-a4a1-28fb42f70cda" providerId="ADAL" clId="{CA374ADE-09FB-5E4B-B50D-3941B848DEFE}" dt="2024-11-07T20:09:49.848" v="880" actId="208"/>
        <pc:sldMkLst>
          <pc:docMk/>
          <pc:sldMk cId="585609489" sldId="292"/>
        </pc:sldMkLst>
      </pc:sldChg>
      <pc:sldChg chg="modSp mod">
        <pc:chgData name="imane kharbouche" userId="c7dbc017-7917-4f23-a4a1-28fb42f70cda" providerId="ADAL" clId="{CA374ADE-09FB-5E4B-B50D-3941B848DEFE}" dt="2024-11-07T20:08:39.880" v="867" actId="1582"/>
        <pc:sldMkLst>
          <pc:docMk/>
          <pc:sldMk cId="3447401830" sldId="293"/>
        </pc:sldMkLst>
      </pc:sldChg>
      <pc:sldChg chg="addSp delSp modSp new mod setBg">
        <pc:chgData name="imane kharbouche" userId="c7dbc017-7917-4f23-a4a1-28fb42f70cda" providerId="ADAL" clId="{CA374ADE-09FB-5E4B-B50D-3941B848DEFE}" dt="2024-11-07T20:07:08.196" v="854"/>
        <pc:sldMkLst>
          <pc:docMk/>
          <pc:sldMk cId="3831396919" sldId="294"/>
        </pc:sldMkLst>
      </pc:sldChg>
    </pc:docChg>
  </pc:docChgLst>
  <pc:docChgLst>
    <pc:chgData name="Abderrahman Jenfi" userId="77a986fd-5550-4b85-8425-ff01d2c8194c" providerId="ADAL" clId="{68D83679-1E8B-44A7-9436-18A02F15A6EE}"/>
    <pc:docChg chg="undo custSel modSld">
      <pc:chgData name="Abderrahman Jenfi" userId="77a986fd-5550-4b85-8425-ff01d2c8194c" providerId="ADAL" clId="{68D83679-1E8B-44A7-9436-18A02F15A6EE}" dt="2024-11-06T09:25:42.975" v="248" actId="2711"/>
      <pc:docMkLst>
        <pc:docMk/>
      </pc:docMkLst>
      <pc:sldChg chg="delSp modSp mod">
        <pc:chgData name="Abderrahman Jenfi" userId="77a986fd-5550-4b85-8425-ff01d2c8194c" providerId="ADAL" clId="{68D83679-1E8B-44A7-9436-18A02F15A6EE}" dt="2024-11-06T09:10:45.515" v="83" actId="1076"/>
        <pc:sldMkLst>
          <pc:docMk/>
          <pc:sldMk cId="762677645" sldId="267"/>
        </pc:sldMkLst>
      </pc:sldChg>
      <pc:sldChg chg="modSp mod">
        <pc:chgData name="Abderrahman Jenfi" userId="77a986fd-5550-4b85-8425-ff01d2c8194c" providerId="ADAL" clId="{68D83679-1E8B-44A7-9436-18A02F15A6EE}" dt="2024-11-06T09:25:42.975" v="248" actId="2711"/>
        <pc:sldMkLst>
          <pc:docMk/>
          <pc:sldMk cId="2803657774" sldId="270"/>
        </pc:sldMkLst>
      </pc:sldChg>
      <pc:sldChg chg="modSp mod">
        <pc:chgData name="Abderrahman Jenfi" userId="77a986fd-5550-4b85-8425-ff01d2c8194c" providerId="ADAL" clId="{68D83679-1E8B-44A7-9436-18A02F15A6EE}" dt="2024-11-06T09:18:01.452" v="221" actId="1076"/>
        <pc:sldMkLst>
          <pc:docMk/>
          <pc:sldMk cId="1557710599" sldId="274"/>
        </pc:sldMkLst>
      </pc:sldChg>
    </pc:docChg>
  </pc:docChgLst>
  <pc:docChgLst>
    <pc:chgData name="imane kharbouche" userId="S::imane.kharbouche@etu.univ-poitiers.fr::c7dbc017-7917-4f23-a4a1-28fb42f70cda" providerId="AD" clId="Web-{7B8833A6-2202-04D7-C0AC-D554B0D17373}"/>
    <pc:docChg chg="modSld">
      <pc:chgData name="imane kharbouche" userId="S::imane.kharbouche@etu.univ-poitiers.fr::c7dbc017-7917-4f23-a4a1-28fb42f70cda" providerId="AD" clId="Web-{7B8833A6-2202-04D7-C0AC-D554B0D17373}" dt="2024-11-05T17:27:30.140" v="497" actId="14100"/>
      <pc:docMkLst>
        <pc:docMk/>
      </pc:docMkLst>
      <pc:sldChg chg="modSp">
        <pc:chgData name="imane kharbouche" userId="S::imane.kharbouche@etu.univ-poitiers.fr::c7dbc017-7917-4f23-a4a1-28fb42f70cda" providerId="AD" clId="Web-{7B8833A6-2202-04D7-C0AC-D554B0D17373}" dt="2024-11-05T17:07:09.529" v="0" actId="20577"/>
        <pc:sldMkLst>
          <pc:docMk/>
          <pc:sldMk cId="1295976841" sldId="258"/>
        </pc:sldMkLst>
      </pc:sldChg>
      <pc:sldChg chg="modSp">
        <pc:chgData name="imane kharbouche" userId="S::imane.kharbouche@etu.univ-poitiers.fr::c7dbc017-7917-4f23-a4a1-28fb42f70cda" providerId="AD" clId="Web-{7B8833A6-2202-04D7-C0AC-D554B0D17373}" dt="2024-11-05T17:27:30.140" v="497" actId="14100"/>
        <pc:sldMkLst>
          <pc:docMk/>
          <pc:sldMk cId="872951277" sldId="262"/>
        </pc:sldMkLst>
      </pc:sldChg>
      <pc:sldChg chg="addSp delSp modSp">
        <pc:chgData name="imane kharbouche" userId="S::imane.kharbouche@etu.univ-poitiers.fr::c7dbc017-7917-4f23-a4a1-28fb42f70cda" providerId="AD" clId="Web-{7B8833A6-2202-04D7-C0AC-D554B0D17373}" dt="2024-11-05T17:27:19.780" v="496"/>
        <pc:sldMkLst>
          <pc:docMk/>
          <pc:sldMk cId="2406396037" sldId="281"/>
        </pc:sldMkLst>
      </pc:sldChg>
    </pc:docChg>
  </pc:docChgLst>
  <pc:docChgLst>
    <pc:chgData name="Abderrahman Jenfi" userId="77a986fd-5550-4b85-8425-ff01d2c8194c" providerId="ADAL" clId="{2B8E156B-EEE6-4B5A-BAB9-4E0700CF2C10}"/>
    <pc:docChg chg="undo custSel addSld delSld modSld">
      <pc:chgData name="Abderrahman Jenfi" userId="77a986fd-5550-4b85-8425-ff01d2c8194c" providerId="ADAL" clId="{2B8E156B-EEE6-4B5A-BAB9-4E0700CF2C10}" dt="2024-11-05T09:15:18.896" v="1079" actId="5793"/>
      <pc:docMkLst>
        <pc:docMk/>
      </pc:docMkLst>
      <pc:sldChg chg="addSp delSp modSp mod">
        <pc:chgData name="Abderrahman Jenfi" userId="77a986fd-5550-4b85-8425-ff01d2c8194c" providerId="ADAL" clId="{2B8E156B-EEE6-4B5A-BAB9-4E0700CF2C10}" dt="2024-11-05T09:15:18.896" v="1079" actId="5793"/>
        <pc:sldMkLst>
          <pc:docMk/>
          <pc:sldMk cId="762677645" sldId="267"/>
        </pc:sldMkLst>
      </pc:sldChg>
      <pc:sldChg chg="addSp modSp mod">
        <pc:chgData name="Abderrahman Jenfi" userId="77a986fd-5550-4b85-8425-ff01d2c8194c" providerId="ADAL" clId="{2B8E156B-EEE6-4B5A-BAB9-4E0700CF2C10}" dt="2024-11-05T09:02:17.429" v="936" actId="1076"/>
        <pc:sldMkLst>
          <pc:docMk/>
          <pc:sldMk cId="2803657774" sldId="270"/>
        </pc:sldMkLst>
      </pc:sldChg>
      <pc:sldChg chg="addSp modSp mod">
        <pc:chgData name="Abderrahman Jenfi" userId="77a986fd-5550-4b85-8425-ff01d2c8194c" providerId="ADAL" clId="{2B8E156B-EEE6-4B5A-BAB9-4E0700CF2C10}" dt="2024-11-05T09:00:34.690" v="931" actId="1076"/>
        <pc:sldMkLst>
          <pc:docMk/>
          <pc:sldMk cId="1557710599" sldId="274"/>
        </pc:sldMkLst>
      </pc:sldChg>
      <pc:sldChg chg="addSp modSp mod">
        <pc:chgData name="Abderrahman Jenfi" userId="77a986fd-5550-4b85-8425-ff01d2c8194c" providerId="ADAL" clId="{2B8E156B-EEE6-4B5A-BAB9-4E0700CF2C10}" dt="2024-11-05T09:12:42.887" v="1073" actId="1076"/>
        <pc:sldMkLst>
          <pc:docMk/>
          <pc:sldMk cId="123568332" sldId="275"/>
        </pc:sldMkLst>
      </pc:sldChg>
      <pc:sldChg chg="addSp modSp mod">
        <pc:chgData name="Abderrahman Jenfi" userId="77a986fd-5550-4b85-8425-ff01d2c8194c" providerId="ADAL" clId="{2B8E156B-EEE6-4B5A-BAB9-4E0700CF2C10}" dt="2024-11-05T09:14:01.282" v="1076" actId="1076"/>
        <pc:sldMkLst>
          <pc:docMk/>
          <pc:sldMk cId="465828444" sldId="279"/>
        </pc:sldMkLst>
      </pc:sldChg>
      <pc:sldChg chg="addSp delSp modSp add mod">
        <pc:chgData name="Abderrahman Jenfi" userId="77a986fd-5550-4b85-8425-ff01d2c8194c" providerId="ADAL" clId="{2B8E156B-EEE6-4B5A-BAB9-4E0700CF2C10}" dt="2024-11-05T08:49:39.113" v="748"/>
        <pc:sldMkLst>
          <pc:docMk/>
          <pc:sldMk cId="1405193319" sldId="280"/>
        </pc:sldMkLst>
      </pc:sldChg>
      <pc:sldChg chg="new del">
        <pc:chgData name="Abderrahman Jenfi" userId="77a986fd-5550-4b85-8425-ff01d2c8194c" providerId="ADAL" clId="{2B8E156B-EEE6-4B5A-BAB9-4E0700CF2C10}" dt="2024-11-05T08:42:58.830" v="611" actId="680"/>
        <pc:sldMkLst>
          <pc:docMk/>
          <pc:sldMk cId="4201260001" sldId="280"/>
        </pc:sldMkLst>
      </pc:sldChg>
      <pc:sldChg chg="modSp mod">
        <pc:chgData name="Abderrahman Jenfi" userId="77a986fd-5550-4b85-8425-ff01d2c8194c" providerId="ADAL" clId="{2B8E156B-EEE6-4B5A-BAB9-4E0700CF2C10}" dt="2024-11-05T09:03:03.747" v="940" actId="1076"/>
        <pc:sldMkLst>
          <pc:docMk/>
          <pc:sldMk cId="1405193319" sldId="284"/>
        </pc:sldMkLst>
      </pc:sldChg>
    </pc:docChg>
  </pc:docChgLst>
  <pc:docChgLst>
    <pc:chgData name="Quentin Chirol" userId="5d73e69c-eeaa-4f4c-8dec-15de021accd9" providerId="ADAL" clId="{A1F7FE5A-6D7E-4228-B6CE-7622F9B9D8A2}"/>
    <pc:docChg chg="undo custSel modSld">
      <pc:chgData name="Quentin Chirol" userId="5d73e69c-eeaa-4f4c-8dec-15de021accd9" providerId="ADAL" clId="{A1F7FE5A-6D7E-4228-B6CE-7622F9B9D8A2}" dt="2024-11-05T09:24:35.320" v="106" actId="20577"/>
      <pc:docMkLst>
        <pc:docMk/>
      </pc:docMkLst>
      <pc:sldChg chg="addSp modSp mod">
        <pc:chgData name="Quentin Chirol" userId="5d73e69c-eeaa-4f4c-8dec-15de021accd9" providerId="ADAL" clId="{A1F7FE5A-6D7E-4228-B6CE-7622F9B9D8A2}" dt="2024-11-05T09:24:35.320" v="106" actId="20577"/>
        <pc:sldMkLst>
          <pc:docMk/>
          <pc:sldMk cId="892310499" sldId="280"/>
        </pc:sldMkLst>
      </pc:sldChg>
      <pc:sldChg chg="modSp mod">
        <pc:chgData name="Quentin Chirol" userId="5d73e69c-eeaa-4f4c-8dec-15de021accd9" providerId="ADAL" clId="{A1F7FE5A-6D7E-4228-B6CE-7622F9B9D8A2}" dt="2024-11-05T08:55:33.664" v="0" actId="115"/>
        <pc:sldMkLst>
          <pc:docMk/>
          <pc:sldMk cId="2406396037" sldId="281"/>
        </pc:sldMkLst>
      </pc:sldChg>
    </pc:docChg>
  </pc:docChgLst>
  <pc:docChgLst>
    <pc:chgData name="Quentin" userId="5d73e69c-eeaa-4f4c-8dec-15de021accd9" providerId="ADAL" clId="{6A9B62A4-461D-434E-8224-8EBE33022D09}"/>
    <pc:docChg chg="addSld modSld">
      <pc:chgData name="Quentin" userId="5d73e69c-eeaa-4f4c-8dec-15de021accd9" providerId="ADAL" clId="{6A9B62A4-461D-434E-8224-8EBE33022D09}" dt="2024-10-18T06:27:05.455" v="25" actId="14100"/>
      <pc:docMkLst>
        <pc:docMk/>
      </pc:docMkLst>
      <pc:sldChg chg="addSp delSp modSp new mod setBg">
        <pc:chgData name="Quentin" userId="5d73e69c-eeaa-4f4c-8dec-15de021accd9" providerId="ADAL" clId="{6A9B62A4-461D-434E-8224-8EBE33022D09}" dt="2024-10-18T06:26:52.627" v="23" actId="1076"/>
        <pc:sldMkLst>
          <pc:docMk/>
          <pc:sldMk cId="1689334318" sldId="256"/>
        </pc:sldMkLst>
      </pc:sldChg>
      <pc:sldChg chg="modSp new mod">
        <pc:chgData name="Quentin" userId="5d73e69c-eeaa-4f4c-8dec-15de021accd9" providerId="ADAL" clId="{6A9B62A4-461D-434E-8224-8EBE33022D09}" dt="2024-10-18T06:27:05.455" v="25" actId="14100"/>
        <pc:sldMkLst>
          <pc:docMk/>
          <pc:sldMk cId="2379310239" sldId="257"/>
        </pc:sldMkLst>
      </pc:sldChg>
      <pc:sldMasterChg chg="addSldLayout">
        <pc:chgData name="Quentin" userId="5d73e69c-eeaa-4f4c-8dec-15de021accd9" providerId="ADAL" clId="{6A9B62A4-461D-434E-8224-8EBE33022D09}" dt="2024-10-18T06:19:42.747" v="0" actId="680"/>
        <pc:sldMasterMkLst>
          <pc:docMk/>
          <pc:sldMasterMk cId="1773701289" sldId="2147483648"/>
        </pc:sldMasterMkLst>
        <pc:sldLayoutChg chg="add">
          <pc:chgData name="Quentin" userId="5d73e69c-eeaa-4f4c-8dec-15de021accd9" providerId="ADAL" clId="{6A9B62A4-461D-434E-8224-8EBE33022D09}" dt="2024-10-18T06:19:42.747" v="0" actId="680"/>
          <pc:sldLayoutMkLst>
            <pc:docMk/>
            <pc:sldMasterMk cId="1773701289" sldId="2147483648"/>
            <pc:sldLayoutMk cId="1083473958" sldId="2147483649"/>
          </pc:sldLayoutMkLst>
        </pc:sldLayoutChg>
      </pc:sldMasterChg>
    </pc:docChg>
  </pc:docChgLst>
  <pc:docChgLst>
    <pc:chgData name="Quentin Chirol" userId="S::quentin.chirol@etu.univ-poitiers.fr::5d73e69c-eeaa-4f4c-8dec-15de021accd9" providerId="AD" clId="Web-{C17F8BEB-BE26-F96E-2043-D41A074E061A}"/>
    <pc:docChg chg="delSld modSld">
      <pc:chgData name="Quentin Chirol" userId="S::quentin.chirol@etu.univ-poitiers.fr::5d73e69c-eeaa-4f4c-8dec-15de021accd9" providerId="AD" clId="Web-{C17F8BEB-BE26-F96E-2043-D41A074E061A}" dt="2024-11-07T18:00:41.223" v="225" actId="1076"/>
      <pc:docMkLst>
        <pc:docMk/>
      </pc:docMkLst>
      <pc:sldChg chg="del">
        <pc:chgData name="Quentin Chirol" userId="S::quentin.chirol@etu.univ-poitiers.fr::5d73e69c-eeaa-4f4c-8dec-15de021accd9" providerId="AD" clId="Web-{C17F8BEB-BE26-F96E-2043-D41A074E061A}" dt="2024-11-07T17:37:47.014" v="127"/>
        <pc:sldMkLst>
          <pc:docMk/>
          <pc:sldMk cId="2379310239" sldId="257"/>
        </pc:sldMkLst>
      </pc:sldChg>
      <pc:sldChg chg="del">
        <pc:chgData name="Quentin Chirol" userId="S::quentin.chirol@etu.univ-poitiers.fr::5d73e69c-eeaa-4f4c-8dec-15de021accd9" providerId="AD" clId="Web-{C17F8BEB-BE26-F96E-2043-D41A074E061A}" dt="2024-11-07T17:37:49.123" v="128"/>
        <pc:sldMkLst>
          <pc:docMk/>
          <pc:sldMk cId="50052624" sldId="261"/>
        </pc:sldMkLst>
      </pc:sldChg>
      <pc:sldChg chg="modSp">
        <pc:chgData name="Quentin Chirol" userId="S::quentin.chirol@etu.univ-poitiers.fr::5d73e69c-eeaa-4f4c-8dec-15de021accd9" providerId="AD" clId="Web-{C17F8BEB-BE26-F96E-2043-D41A074E061A}" dt="2024-11-07T17:35:41.037" v="104" actId="20577"/>
        <pc:sldMkLst>
          <pc:docMk/>
          <pc:sldMk cId="872951277" sldId="262"/>
        </pc:sldMkLst>
      </pc:sldChg>
      <pc:sldChg chg="modSp">
        <pc:chgData name="Quentin Chirol" userId="S::quentin.chirol@etu.univ-poitiers.fr::5d73e69c-eeaa-4f4c-8dec-15de021accd9" providerId="AD" clId="Web-{C17F8BEB-BE26-F96E-2043-D41A074E061A}" dt="2024-11-07T17:36:35.666" v="118" actId="20577"/>
        <pc:sldMkLst>
          <pc:docMk/>
          <pc:sldMk cId="2803657774" sldId="270"/>
        </pc:sldMkLst>
      </pc:sldChg>
      <pc:sldChg chg="modSp">
        <pc:chgData name="Quentin Chirol" userId="S::quentin.chirol@etu.univ-poitiers.fr::5d73e69c-eeaa-4f4c-8dec-15de021accd9" providerId="AD" clId="Web-{C17F8BEB-BE26-F96E-2043-D41A074E061A}" dt="2024-11-07T17:36:48.088" v="124" actId="20577"/>
        <pc:sldMkLst>
          <pc:docMk/>
          <pc:sldMk cId="465828444" sldId="279"/>
        </pc:sldMkLst>
      </pc:sldChg>
      <pc:sldChg chg="modSp">
        <pc:chgData name="Quentin Chirol" userId="S::quentin.chirol@etu.univ-poitiers.fr::5d73e69c-eeaa-4f4c-8dec-15de021accd9" providerId="AD" clId="Web-{C17F8BEB-BE26-F96E-2043-D41A074E061A}" dt="2024-11-07T17:57:51.822" v="208" actId="1076"/>
        <pc:sldMkLst>
          <pc:docMk/>
          <pc:sldMk cId="892310499" sldId="280"/>
        </pc:sldMkLst>
      </pc:sldChg>
      <pc:sldChg chg="modSp">
        <pc:chgData name="Quentin Chirol" userId="S::quentin.chirol@etu.univ-poitiers.fr::5d73e69c-eeaa-4f4c-8dec-15de021accd9" providerId="AD" clId="Web-{C17F8BEB-BE26-F96E-2043-D41A074E061A}" dt="2024-11-07T17:35:55.866" v="106" actId="20577"/>
        <pc:sldMkLst>
          <pc:docMk/>
          <pc:sldMk cId="2406396037" sldId="281"/>
        </pc:sldMkLst>
      </pc:sldChg>
      <pc:sldChg chg="addSp delSp modSp">
        <pc:chgData name="Quentin Chirol" userId="S::quentin.chirol@etu.univ-poitiers.fr::5d73e69c-eeaa-4f4c-8dec-15de021accd9" providerId="AD" clId="Web-{C17F8BEB-BE26-F96E-2043-D41A074E061A}" dt="2024-11-07T17:58:16.449" v="209" actId="1076"/>
        <pc:sldMkLst>
          <pc:docMk/>
          <pc:sldMk cId="4286175639" sldId="283"/>
        </pc:sldMkLst>
      </pc:sldChg>
      <pc:sldChg chg="modSp">
        <pc:chgData name="Quentin Chirol" userId="S::quentin.chirol@etu.univ-poitiers.fr::5d73e69c-eeaa-4f4c-8dec-15de021accd9" providerId="AD" clId="Web-{C17F8BEB-BE26-F96E-2043-D41A074E061A}" dt="2024-11-07T17:36:41.713" v="121" actId="20577"/>
        <pc:sldMkLst>
          <pc:docMk/>
          <pc:sldMk cId="1405193319" sldId="284"/>
        </pc:sldMkLst>
      </pc:sldChg>
      <pc:sldChg chg="addSp delSp modSp">
        <pc:chgData name="Quentin Chirol" userId="S::quentin.chirol@etu.univ-poitiers.fr::5d73e69c-eeaa-4f4c-8dec-15de021accd9" providerId="AD" clId="Web-{C17F8BEB-BE26-F96E-2043-D41A074E061A}" dt="2024-11-07T18:00:41.223" v="225" actId="1076"/>
        <pc:sldMkLst>
          <pc:docMk/>
          <pc:sldMk cId="2166543950" sldId="285"/>
        </pc:sldMkLst>
      </pc:sldChg>
      <pc:sldChg chg="modSp">
        <pc:chgData name="Quentin Chirol" userId="S::quentin.chirol@etu.univ-poitiers.fr::5d73e69c-eeaa-4f4c-8dec-15de021accd9" providerId="AD" clId="Web-{C17F8BEB-BE26-F96E-2043-D41A074E061A}" dt="2024-11-07T17:36:28.775" v="115" actId="20577"/>
        <pc:sldMkLst>
          <pc:docMk/>
          <pc:sldMk cId="2910297270" sldId="290"/>
        </pc:sldMkLst>
      </pc:sldChg>
      <pc:sldChg chg="modSp">
        <pc:chgData name="Quentin Chirol" userId="S::quentin.chirol@etu.univ-poitiers.fr::5d73e69c-eeaa-4f4c-8dec-15de021accd9" providerId="AD" clId="Web-{C17F8BEB-BE26-F96E-2043-D41A074E061A}" dt="2024-11-07T17:36:05.523" v="109" actId="20577"/>
        <pc:sldMkLst>
          <pc:docMk/>
          <pc:sldMk cId="2085715027" sldId="291"/>
        </pc:sldMkLst>
      </pc:sldChg>
      <pc:sldChg chg="modSp">
        <pc:chgData name="Quentin Chirol" userId="S::quentin.chirol@etu.univ-poitiers.fr::5d73e69c-eeaa-4f4c-8dec-15de021accd9" providerId="AD" clId="Web-{C17F8BEB-BE26-F96E-2043-D41A074E061A}" dt="2024-11-07T17:36:13.211" v="112" actId="20577"/>
        <pc:sldMkLst>
          <pc:docMk/>
          <pc:sldMk cId="585609489" sldId="292"/>
        </pc:sldMkLst>
      </pc:sldChg>
    </pc:docChg>
  </pc:docChgLst>
  <pc:docChgLst>
    <pc:chgData name="imane kharbouche" userId="c7dbc017-7917-4f23-a4a1-28fb42f70cda" providerId="ADAL" clId="{86C8CFC4-A7BC-45CE-B58A-424BDAF53F06}"/>
    <pc:docChg chg="undo custSel addSld delSld modSld sldOrd">
      <pc:chgData name="imane kharbouche" userId="c7dbc017-7917-4f23-a4a1-28fb42f70cda" providerId="ADAL" clId="{86C8CFC4-A7BC-45CE-B58A-424BDAF53F06}" dt="2024-11-06T09:24:40.047" v="1436" actId="478"/>
      <pc:docMkLst>
        <pc:docMk/>
      </pc:docMkLst>
      <pc:sldChg chg="addSp delSp modSp mod setBg">
        <pc:chgData name="imane kharbouche" userId="c7dbc017-7917-4f23-a4a1-28fb42f70cda" providerId="ADAL" clId="{86C8CFC4-A7BC-45CE-B58A-424BDAF53F06}" dt="2024-11-06T09:15:57.171" v="1345" actId="20577"/>
        <pc:sldMkLst>
          <pc:docMk/>
          <pc:sldMk cId="1295976841" sldId="258"/>
        </pc:sldMkLst>
      </pc:sldChg>
      <pc:sldChg chg="addSp delSp modSp mod">
        <pc:chgData name="imane kharbouche" userId="c7dbc017-7917-4f23-a4a1-28fb42f70cda" providerId="ADAL" clId="{86C8CFC4-A7BC-45CE-B58A-424BDAF53F06}" dt="2024-10-18T09:41:55.309" v="843"/>
        <pc:sldMkLst>
          <pc:docMk/>
          <pc:sldMk cId="2171224548" sldId="260"/>
        </pc:sldMkLst>
      </pc:sldChg>
      <pc:sldChg chg="addSp delSp modSp new mod ord setBg">
        <pc:chgData name="imane kharbouche" userId="c7dbc017-7917-4f23-a4a1-28fb42f70cda" providerId="ADAL" clId="{86C8CFC4-A7BC-45CE-B58A-424BDAF53F06}" dt="2024-11-06T09:16:36.529" v="1352" actId="403"/>
        <pc:sldMkLst>
          <pc:docMk/>
          <pc:sldMk cId="872951277" sldId="262"/>
        </pc:sldMkLst>
      </pc:sldChg>
      <pc:sldChg chg="addSp delSp modSp del mod">
        <pc:chgData name="imane kharbouche" userId="c7dbc017-7917-4f23-a4a1-28fb42f70cda" providerId="ADAL" clId="{86C8CFC4-A7BC-45CE-B58A-424BDAF53F06}" dt="2024-10-18T09:00:13.164" v="817" actId="47"/>
        <pc:sldMkLst>
          <pc:docMk/>
          <pc:sldMk cId="2956494260" sldId="263"/>
        </pc:sldMkLst>
      </pc:sldChg>
      <pc:sldChg chg="del">
        <pc:chgData name="imane kharbouche" userId="c7dbc017-7917-4f23-a4a1-28fb42f70cda" providerId="ADAL" clId="{86C8CFC4-A7BC-45CE-B58A-424BDAF53F06}" dt="2024-11-05T08:19:25.413" v="883" actId="2696"/>
        <pc:sldMkLst>
          <pc:docMk/>
          <pc:sldMk cId="462927988" sldId="264"/>
        </pc:sldMkLst>
      </pc:sldChg>
      <pc:sldChg chg="del">
        <pc:chgData name="imane kharbouche" userId="c7dbc017-7917-4f23-a4a1-28fb42f70cda" providerId="ADAL" clId="{86C8CFC4-A7BC-45CE-B58A-424BDAF53F06}" dt="2024-11-05T08:19:28.842" v="884" actId="2696"/>
        <pc:sldMkLst>
          <pc:docMk/>
          <pc:sldMk cId="2362753476" sldId="265"/>
        </pc:sldMkLst>
      </pc:sldChg>
      <pc:sldChg chg="del">
        <pc:chgData name="imane kharbouche" userId="c7dbc017-7917-4f23-a4a1-28fb42f70cda" providerId="ADAL" clId="{86C8CFC4-A7BC-45CE-B58A-424BDAF53F06}" dt="2024-11-05T08:22:36.873" v="941" actId="2696"/>
        <pc:sldMkLst>
          <pc:docMk/>
          <pc:sldMk cId="3721908347" sldId="266"/>
        </pc:sldMkLst>
      </pc:sldChg>
      <pc:sldChg chg="addSp delSp modSp del mod setBg">
        <pc:chgData name="imane kharbouche" userId="c7dbc017-7917-4f23-a4a1-28fb42f70cda" providerId="ADAL" clId="{86C8CFC4-A7BC-45CE-B58A-424BDAF53F06}" dt="2024-11-06T09:12:24.581" v="1230" actId="47"/>
        <pc:sldMkLst>
          <pc:docMk/>
          <pc:sldMk cId="762677645" sldId="267"/>
        </pc:sldMkLst>
      </pc:sldChg>
      <pc:sldChg chg="addSp modSp add mod ord addCm modCm">
        <pc:chgData name="imane kharbouche" userId="c7dbc017-7917-4f23-a4a1-28fb42f70cda" providerId="ADAL" clId="{86C8CFC4-A7BC-45CE-B58A-424BDAF53F06}" dt="2024-11-06T09:16:52.704" v="1359" actId="20578"/>
        <pc:sldMkLst>
          <pc:docMk/>
          <pc:sldMk cId="892310499" sldId="280"/>
        </pc:sldMkLst>
      </pc:sldChg>
      <pc:sldChg chg="addSp modSp add mod ord">
        <pc:chgData name="imane kharbouche" userId="c7dbc017-7917-4f23-a4a1-28fb42f70cda" providerId="ADAL" clId="{86C8CFC4-A7BC-45CE-B58A-424BDAF53F06}" dt="2024-11-06T09:20:18.116" v="1396" actId="20577"/>
        <pc:sldMkLst>
          <pc:docMk/>
          <pc:sldMk cId="2406396037" sldId="281"/>
        </pc:sldMkLst>
      </pc:sldChg>
      <pc:sldChg chg="new del">
        <pc:chgData name="imane kharbouche" userId="c7dbc017-7917-4f23-a4a1-28fb42f70cda" providerId="ADAL" clId="{86C8CFC4-A7BC-45CE-B58A-424BDAF53F06}" dt="2024-11-05T08:22:51.180" v="945" actId="680"/>
        <pc:sldMkLst>
          <pc:docMk/>
          <pc:sldMk cId="449184291" sldId="282"/>
        </pc:sldMkLst>
      </pc:sldChg>
      <pc:sldChg chg="addSp modSp add del mod">
        <pc:chgData name="imane kharbouche" userId="c7dbc017-7917-4f23-a4a1-28fb42f70cda" providerId="ADAL" clId="{86C8CFC4-A7BC-45CE-B58A-424BDAF53F06}" dt="2024-11-06T09:18:32.291" v="1375" actId="2696"/>
        <pc:sldMkLst>
          <pc:docMk/>
          <pc:sldMk cId="1608551635" sldId="282"/>
        </pc:sldMkLst>
      </pc:sldChg>
      <pc:sldChg chg="addSp delSp modSp add mod ord addCm modCm">
        <pc:chgData name="imane kharbouche" userId="c7dbc017-7917-4f23-a4a1-28fb42f70cda" providerId="ADAL" clId="{86C8CFC4-A7BC-45CE-B58A-424BDAF53F06}" dt="2024-11-06T09:19:45.793" v="1385" actId="207"/>
        <pc:sldMkLst>
          <pc:docMk/>
          <pc:sldMk cId="4286175639" sldId="283"/>
        </pc:sldMkLst>
      </pc:sldChg>
      <pc:sldChg chg="add ord">
        <pc:chgData name="imane kharbouche" userId="c7dbc017-7917-4f23-a4a1-28fb42f70cda" providerId="ADAL" clId="{86C8CFC4-A7BC-45CE-B58A-424BDAF53F06}" dt="2024-11-06T09:11:02.505" v="1218"/>
        <pc:sldMkLst>
          <pc:docMk/>
          <pc:sldMk cId="2166543950" sldId="285"/>
        </pc:sldMkLst>
      </pc:sldChg>
      <pc:sldChg chg="add">
        <pc:chgData name="imane kharbouche" userId="c7dbc017-7917-4f23-a4a1-28fb42f70cda" providerId="ADAL" clId="{86C8CFC4-A7BC-45CE-B58A-424BDAF53F06}" dt="2024-11-06T09:12:04.637" v="1226" actId="2890"/>
        <pc:sldMkLst>
          <pc:docMk/>
          <pc:sldMk cId="2469303145" sldId="286"/>
        </pc:sldMkLst>
      </pc:sldChg>
      <pc:sldChg chg="add">
        <pc:chgData name="imane kharbouche" userId="c7dbc017-7917-4f23-a4a1-28fb42f70cda" providerId="ADAL" clId="{86C8CFC4-A7BC-45CE-B58A-424BDAF53F06}" dt="2024-11-06T09:12:07.841" v="1227" actId="2890"/>
        <pc:sldMkLst>
          <pc:docMk/>
          <pc:sldMk cId="1781102403" sldId="287"/>
        </pc:sldMkLst>
      </pc:sldChg>
      <pc:sldChg chg="add">
        <pc:chgData name="imane kharbouche" userId="c7dbc017-7917-4f23-a4a1-28fb42f70cda" providerId="ADAL" clId="{86C8CFC4-A7BC-45CE-B58A-424BDAF53F06}" dt="2024-11-06T09:18:45.898" v="1376" actId="2890"/>
        <pc:sldMkLst>
          <pc:docMk/>
          <pc:sldMk cId="2133489553" sldId="288"/>
        </pc:sldMkLst>
      </pc:sldChg>
      <pc:sldChg chg="addSp modSp add del mod">
        <pc:chgData name="imane kharbouche" userId="c7dbc017-7917-4f23-a4a1-28fb42f70cda" providerId="ADAL" clId="{86C8CFC4-A7BC-45CE-B58A-424BDAF53F06}" dt="2024-11-06T09:18:25.293" v="1374" actId="2696"/>
        <pc:sldMkLst>
          <pc:docMk/>
          <pc:sldMk cId="2443135310" sldId="288"/>
        </pc:sldMkLst>
      </pc:sldChg>
      <pc:sldChg chg="addSp delSp modSp add mod">
        <pc:chgData name="imane kharbouche" userId="c7dbc017-7917-4f23-a4a1-28fb42f70cda" providerId="ADAL" clId="{86C8CFC4-A7BC-45CE-B58A-424BDAF53F06}" dt="2024-11-06T09:24:40.047" v="1436" actId="478"/>
        <pc:sldMkLst>
          <pc:docMk/>
          <pc:sldMk cId="4106483069" sldId="289"/>
        </pc:sldMkLst>
      </pc:sldChg>
    </pc:docChg>
  </pc:docChgLst>
  <pc:docChgLst>
    <pc:chgData name="Quentin Chirol" userId="S::quentin.chirol@etu.univ-poitiers.fr::5d73e69c-eeaa-4f4c-8dec-15de021accd9" providerId="AD" clId="Web-{67DAD35F-AE20-786E-0429-D868E76950DE}"/>
    <pc:docChg chg="addSld delSld modSld">
      <pc:chgData name="Quentin Chirol" userId="S::quentin.chirol@etu.univ-poitiers.fr::5d73e69c-eeaa-4f4c-8dec-15de021accd9" providerId="AD" clId="Web-{67DAD35F-AE20-786E-0429-D868E76950DE}" dt="2024-11-07T18:24:48.867" v="7" actId="14100"/>
      <pc:docMkLst>
        <pc:docMk/>
      </pc:docMkLst>
      <pc:sldChg chg="modSp">
        <pc:chgData name="Quentin Chirol" userId="S::quentin.chirol@etu.univ-poitiers.fr::5d73e69c-eeaa-4f4c-8dec-15de021accd9" providerId="AD" clId="Web-{67DAD35F-AE20-786E-0429-D868E76950DE}" dt="2024-11-07T18:24:45.226" v="5" actId="14100"/>
        <pc:sldMkLst>
          <pc:docMk/>
          <pc:sldMk cId="872951277" sldId="262"/>
        </pc:sldMkLst>
      </pc:sldChg>
      <pc:sldChg chg="modSp">
        <pc:chgData name="Quentin Chirol" userId="S::quentin.chirol@etu.univ-poitiers.fr::5d73e69c-eeaa-4f4c-8dec-15de021accd9" providerId="AD" clId="Web-{67DAD35F-AE20-786E-0429-D868E76950DE}" dt="2024-11-07T18:24:25.304" v="4" actId="14100"/>
        <pc:sldMkLst>
          <pc:docMk/>
          <pc:sldMk cId="4286175639" sldId="283"/>
        </pc:sldMkLst>
      </pc:sldChg>
      <pc:sldChg chg="del">
        <pc:chgData name="Quentin Chirol" userId="S::quentin.chirol@etu.univ-poitiers.fr::5d73e69c-eeaa-4f4c-8dec-15de021accd9" providerId="AD" clId="Web-{67DAD35F-AE20-786E-0429-D868E76950DE}" dt="2024-11-07T18:23:01.504" v="1"/>
        <pc:sldMkLst>
          <pc:docMk/>
          <pc:sldMk cId="2166543950" sldId="285"/>
        </pc:sldMkLst>
      </pc:sldChg>
      <pc:sldChg chg="modSp">
        <pc:chgData name="Quentin Chirol" userId="S::quentin.chirol@etu.univ-poitiers.fr::5d73e69c-eeaa-4f4c-8dec-15de021accd9" providerId="AD" clId="Web-{67DAD35F-AE20-786E-0429-D868E76950DE}" dt="2024-11-07T18:24:48.867" v="7" actId="14100"/>
        <pc:sldMkLst>
          <pc:docMk/>
          <pc:sldMk cId="2910297270" sldId="290"/>
        </pc:sldMkLst>
      </pc:sldChg>
      <pc:sldChg chg="modSp">
        <pc:chgData name="Quentin Chirol" userId="S::quentin.chirol@etu.univ-poitiers.fr::5d73e69c-eeaa-4f4c-8dec-15de021accd9" providerId="AD" clId="Web-{67DAD35F-AE20-786E-0429-D868E76950DE}" dt="2024-11-07T18:24:47.383" v="6" actId="14100"/>
        <pc:sldMkLst>
          <pc:docMk/>
          <pc:sldMk cId="2085715027" sldId="291"/>
        </pc:sldMkLst>
      </pc:sldChg>
      <pc:sldChg chg="modSp add">
        <pc:chgData name="Quentin Chirol" userId="S::quentin.chirol@etu.univ-poitiers.fr::5d73e69c-eeaa-4f4c-8dec-15de021accd9" providerId="AD" clId="Web-{67DAD35F-AE20-786E-0429-D868E76950DE}" dt="2024-11-07T18:24:19.038" v="3" actId="14100"/>
        <pc:sldMkLst>
          <pc:docMk/>
          <pc:sldMk cId="3447401830" sldId="293"/>
        </pc:sldMkLst>
      </pc:sldChg>
    </pc:docChg>
  </pc:docChgLst>
  <pc:docChgLst>
    <pc:chgData name="Abderrahman Jenfi" userId="S::abderrahman.jenfi@etu.univ-poitiers.fr::77a986fd-5550-4b85-8425-ff01d2c8194c" providerId="AD" clId="Web-{ED929DD6-007B-5FDF-E84A-944BA450349F}"/>
    <pc:docChg chg="addSld delSld modSld">
      <pc:chgData name="Abderrahman Jenfi" userId="S::abderrahman.jenfi@etu.univ-poitiers.fr::77a986fd-5550-4b85-8425-ff01d2c8194c" providerId="AD" clId="Web-{ED929DD6-007B-5FDF-E84A-944BA450349F}" dt="2024-10-28T17:12:15.144" v="24"/>
      <pc:docMkLst>
        <pc:docMk/>
      </pc:docMkLst>
      <pc:sldChg chg="addSp delSp modSp">
        <pc:chgData name="Abderrahman Jenfi" userId="S::abderrahman.jenfi@etu.univ-poitiers.fr::77a986fd-5550-4b85-8425-ff01d2c8194c" providerId="AD" clId="Web-{ED929DD6-007B-5FDF-E84A-944BA450349F}" dt="2024-10-28T17:12:11.268" v="23"/>
        <pc:sldMkLst>
          <pc:docMk/>
          <pc:sldMk cId="762677645" sldId="267"/>
        </pc:sldMkLst>
      </pc:sldChg>
      <pc:sldChg chg="del">
        <pc:chgData name="Abderrahman Jenfi" userId="S::abderrahman.jenfi@etu.univ-poitiers.fr::77a986fd-5550-4b85-8425-ff01d2c8194c" providerId="AD" clId="Web-{ED929DD6-007B-5FDF-E84A-944BA450349F}" dt="2024-10-28T16:13:32.152" v="19"/>
        <pc:sldMkLst>
          <pc:docMk/>
          <pc:sldMk cId="1479020646" sldId="268"/>
        </pc:sldMkLst>
      </pc:sldChg>
      <pc:sldChg chg="add del replId">
        <pc:chgData name="Abderrahman Jenfi" userId="S::abderrahman.jenfi@etu.univ-poitiers.fr::77a986fd-5550-4b85-8425-ff01d2c8194c" providerId="AD" clId="Web-{ED929DD6-007B-5FDF-E84A-944BA450349F}" dt="2024-10-28T16:13:38.230" v="20"/>
        <pc:sldMkLst>
          <pc:docMk/>
          <pc:sldMk cId="2069349220" sldId="269"/>
        </pc:sldMkLst>
      </pc:sldChg>
      <pc:sldChg chg="addSp delSp modSp add replId">
        <pc:chgData name="Abderrahman Jenfi" userId="S::abderrahman.jenfi@etu.univ-poitiers.fr::77a986fd-5550-4b85-8425-ff01d2c8194c" providerId="AD" clId="Web-{ED929DD6-007B-5FDF-E84A-944BA450349F}" dt="2024-10-28T17:12:15.144" v="24"/>
        <pc:sldMkLst>
          <pc:docMk/>
          <pc:sldMk cId="2803657774" sldId="270"/>
        </pc:sldMkLst>
      </pc:sldChg>
      <pc:sldChg chg="add del replId">
        <pc:chgData name="Abderrahman Jenfi" userId="S::abderrahman.jenfi@etu.univ-poitiers.fr::77a986fd-5550-4b85-8425-ff01d2c8194c" providerId="AD" clId="Web-{ED929DD6-007B-5FDF-E84A-944BA450349F}" dt="2024-10-28T16:12:26.824" v="18"/>
        <pc:sldMkLst>
          <pc:docMk/>
          <pc:sldMk cId="3860267182" sldId="271"/>
        </pc:sldMkLst>
      </pc:sldChg>
    </pc:docChg>
  </pc:docChgLst>
  <pc:docChgLst>
    <pc:chgData name="Abderrahman Jenfi" userId="S::abderrahman.jenfi@etu.univ-poitiers.fr::77a986fd-5550-4b85-8425-ff01d2c8194c" providerId="AD" clId="Web-{9F81F828-ACA7-B724-4F3E-0FD69C212ACB}"/>
    <pc:docChg chg="addSld">
      <pc:chgData name="Abderrahman Jenfi" userId="S::abderrahman.jenfi@etu.univ-poitiers.fr::77a986fd-5550-4b85-8425-ff01d2c8194c" providerId="AD" clId="Web-{9F81F828-ACA7-B724-4F3E-0FD69C212ACB}" dt="2024-10-18T06:48:07.017" v="0"/>
      <pc:docMkLst>
        <pc:docMk/>
      </pc:docMkLst>
      <pc:sldChg chg="new">
        <pc:chgData name="Abderrahman Jenfi" userId="S::abderrahman.jenfi@etu.univ-poitiers.fr::77a986fd-5550-4b85-8425-ff01d2c8194c" providerId="AD" clId="Web-{9F81F828-ACA7-B724-4F3E-0FD69C212ACB}" dt="2024-10-18T06:48:07.017" v="0"/>
        <pc:sldMkLst>
          <pc:docMk/>
          <pc:sldMk cId="2171224548" sldId="260"/>
        </pc:sldMkLst>
      </pc:sldChg>
    </pc:docChg>
  </pc:docChgLst>
  <pc:docChgLst>
    <pc:chgData name="Quentin Chirol" userId="5d73e69c-eeaa-4f4c-8dec-15de021accd9" providerId="ADAL" clId="{421A3E2D-744A-4BA5-B352-5B9553E000DF}"/>
    <pc:docChg chg="sldOrd">
      <pc:chgData name="Quentin Chirol" userId="5d73e69c-eeaa-4f4c-8dec-15de021accd9" providerId="ADAL" clId="{421A3E2D-744A-4BA5-B352-5B9553E000DF}" dt="2025-03-04T15:49:06.946" v="0" actId="20578"/>
      <pc:docMkLst>
        <pc:docMk/>
      </pc:docMkLst>
      <pc:sldChg chg="ord">
        <pc:chgData name="Quentin Chirol" userId="5d73e69c-eeaa-4f4c-8dec-15de021accd9" providerId="ADAL" clId="{421A3E2D-744A-4BA5-B352-5B9553E000DF}" dt="2025-03-04T15:49:06.946" v="0" actId="20578"/>
        <pc:sldMkLst>
          <pc:docMk/>
          <pc:sldMk cId="2171224548" sldId="260"/>
        </pc:sldMkLst>
      </pc:sldChg>
    </pc:docChg>
  </pc:docChgLst>
  <pc:docChgLst>
    <pc:chgData name="Abderrahman Jenfi" userId="S::abderrahman.jenfi@etu.univ-poitiers.fr::77a986fd-5550-4b85-8425-ff01d2c8194c" providerId="AD" clId="Web-{7866525D-6587-198B-8E3F-AA9726041798}"/>
    <pc:docChg chg="mod">
      <pc:chgData name="Abderrahman Jenfi" userId="S::abderrahman.jenfi@etu.univ-poitiers.fr::77a986fd-5550-4b85-8425-ff01d2c8194c" providerId="AD" clId="Web-{7866525D-6587-198B-8E3F-AA9726041798}" dt="2024-10-18T09:17:37.419" v="0"/>
      <pc:docMkLst>
        <pc:docMk/>
      </pc:docMkLst>
    </pc:docChg>
  </pc:docChgLst>
  <pc:docChgLst>
    <pc:chgData name="Abderrahman Jenfi" userId="S::abderrahman.jenfi@etu.univ-poitiers.fr::77a986fd-5550-4b85-8425-ff01d2c8194c" providerId="AD" clId="Web-{E02EF14D-3E87-BF07-A1A3-9612EEFEF5D5}"/>
    <pc:docChg chg="modSld">
      <pc:chgData name="Abderrahman Jenfi" userId="S::abderrahman.jenfi@etu.univ-poitiers.fr::77a986fd-5550-4b85-8425-ff01d2c8194c" providerId="AD" clId="Web-{E02EF14D-3E87-BF07-A1A3-9612EEFEF5D5}" dt="2024-10-18T08:52:00.653" v="3" actId="14100"/>
      <pc:docMkLst>
        <pc:docMk/>
      </pc:docMkLst>
      <pc:sldChg chg="modSp">
        <pc:chgData name="Abderrahman Jenfi" userId="S::abderrahman.jenfi@etu.univ-poitiers.fr::77a986fd-5550-4b85-8425-ff01d2c8194c" providerId="AD" clId="Web-{E02EF14D-3E87-BF07-A1A3-9612EEFEF5D5}" dt="2024-10-18T08:52:00.653" v="3" actId="14100"/>
        <pc:sldMkLst>
          <pc:docMk/>
          <pc:sldMk cId="2171224548" sldId="260"/>
        </pc:sldMkLst>
      </pc:sldChg>
    </pc:docChg>
  </pc:docChgLst>
  <pc:docChgLst>
    <pc:chgData name="imane kharbouche" userId="S::imane.kharbouche@etu.univ-poitiers.fr::c7dbc017-7917-4f23-a4a1-28fb42f70cda" providerId="AD" clId="Web-{6C121B6E-F468-D103-460D-4884E680FE0A}"/>
    <pc:docChg chg="modSld">
      <pc:chgData name="imane kharbouche" userId="S::imane.kharbouche@etu.univ-poitiers.fr::c7dbc017-7917-4f23-a4a1-28fb42f70cda" providerId="AD" clId="Web-{6C121B6E-F468-D103-460D-4884E680FE0A}" dt="2024-11-05T17:05:01.781" v="4" actId="1076"/>
      <pc:docMkLst>
        <pc:docMk/>
      </pc:docMkLst>
      <pc:sldChg chg="modSp">
        <pc:chgData name="imane kharbouche" userId="S::imane.kharbouche@etu.univ-poitiers.fr::c7dbc017-7917-4f23-a4a1-28fb42f70cda" providerId="AD" clId="Web-{6C121B6E-F468-D103-460D-4884E680FE0A}" dt="2024-11-05T17:05:01.781" v="4" actId="1076"/>
        <pc:sldMkLst>
          <pc:docMk/>
          <pc:sldMk cId="2803657774" sldId="270"/>
        </pc:sldMkLst>
      </pc:sldChg>
      <pc:sldChg chg="modSp">
        <pc:chgData name="imane kharbouche" userId="S::imane.kharbouche@etu.univ-poitiers.fr::c7dbc017-7917-4f23-a4a1-28fb42f70cda" providerId="AD" clId="Web-{6C121B6E-F468-D103-460D-4884E680FE0A}" dt="2024-11-05T17:00:27.414" v="2" actId="20577"/>
        <pc:sldMkLst>
          <pc:docMk/>
          <pc:sldMk cId="2406396037" sldId="281"/>
        </pc:sldMkLst>
      </pc:sldChg>
    </pc:docChg>
  </pc:docChgLst>
  <pc:docChgLst>
    <pc:chgData name="imane kharbouche" userId="S::imane.kharbouche@etu.univ-poitiers.fr::c7dbc017-7917-4f23-a4a1-28fb42f70cda" providerId="AD" clId="Web-{F662E1D8-B095-921D-C99E-14A72766C462}"/>
    <pc:docChg chg="addSld delSld modSld sldOrd modMainMaster">
      <pc:chgData name="imane kharbouche" userId="S::imane.kharbouche@etu.univ-poitiers.fr::c7dbc017-7917-4f23-a4a1-28fb42f70cda" providerId="AD" clId="Web-{F662E1D8-B095-921D-C99E-14A72766C462}" dt="2024-10-18T06:42:08.886" v="25"/>
      <pc:docMkLst>
        <pc:docMk/>
      </pc:docMkLst>
      <pc:sldChg chg="addSp delSp modSp del mod">
        <pc:chgData name="imane kharbouche" userId="S::imane.kharbouche@etu.univ-poitiers.fr::c7dbc017-7917-4f23-a4a1-28fb42f70cda" providerId="AD" clId="Web-{F662E1D8-B095-921D-C99E-14A72766C462}" dt="2024-10-18T06:39:29.390" v="11"/>
        <pc:sldMkLst>
          <pc:docMk/>
          <pc:sldMk cId="1689334318" sldId="256"/>
        </pc:sldMkLst>
      </pc:sldChg>
      <pc:sldChg chg="mod">
        <pc:chgData name="imane kharbouche" userId="S::imane.kharbouche@etu.univ-poitiers.fr::c7dbc017-7917-4f23-a4a1-28fb42f70cda" providerId="AD" clId="Web-{F662E1D8-B095-921D-C99E-14A72766C462}" dt="2024-10-18T06:37:13.349" v="10"/>
        <pc:sldMkLst>
          <pc:docMk/>
          <pc:sldMk cId="2379310239" sldId="257"/>
        </pc:sldMkLst>
      </pc:sldChg>
      <pc:sldChg chg="mod">
        <pc:chgData name="imane kharbouche" userId="S::imane.kharbouche@etu.univ-poitiers.fr::c7dbc017-7917-4f23-a4a1-28fb42f70cda" providerId="AD" clId="Web-{F662E1D8-B095-921D-C99E-14A72766C462}" dt="2024-10-18T06:37:13.349" v="10"/>
        <pc:sldMkLst>
          <pc:docMk/>
          <pc:sldMk cId="1295976841" sldId="258"/>
        </pc:sldMkLst>
      </pc:sldChg>
      <pc:sldChg chg="addSp delSp modSp new mod ord setBg">
        <pc:chgData name="imane kharbouche" userId="S::imane.kharbouche@etu.univ-poitiers.fr::c7dbc017-7917-4f23-a4a1-28fb42f70cda" providerId="AD" clId="Web-{F662E1D8-B095-921D-C99E-14A72766C462}" dt="2024-10-18T06:42:08.886" v="25"/>
        <pc:sldMkLst>
          <pc:docMk/>
          <pc:sldMk cId="390015249" sldId="259"/>
        </pc:sldMkLst>
      </pc:sldChg>
      <pc:sldChg chg="addSp delSp modSp new del mod setBg">
        <pc:chgData name="imane kharbouche" userId="S::imane.kharbouche@etu.univ-poitiers.fr::c7dbc017-7917-4f23-a4a1-28fb42f70cda" providerId="AD" clId="Web-{F662E1D8-B095-921D-C99E-14A72766C462}" dt="2024-10-18T06:39:30.515" v="12"/>
        <pc:sldMkLst>
          <pc:docMk/>
          <pc:sldMk cId="2464699130" sldId="259"/>
        </pc:sldMkLst>
      </pc:sldChg>
      <pc:sldMasterChg chg="mod setBg modSldLayout">
        <pc:chgData name="imane kharbouche" userId="S::imane.kharbouche@etu.univ-poitiers.fr::c7dbc017-7917-4f23-a4a1-28fb42f70cda" providerId="AD" clId="Web-{F662E1D8-B095-921D-C99E-14A72766C462}" dt="2024-10-18T06:37:13.349" v="10"/>
        <pc:sldMasterMkLst>
          <pc:docMk/>
          <pc:sldMasterMk cId="1773701289" sldId="2147483648"/>
        </pc:sldMasterMkLst>
        <pc:sldLayoutChg chg="mod">
          <pc:chgData name="imane kharbouche" userId="S::imane.kharbouche@etu.univ-poitiers.fr::c7dbc017-7917-4f23-a4a1-28fb42f70cda" providerId="AD" clId="Web-{F662E1D8-B095-921D-C99E-14A72766C462}" dt="2024-10-18T06:37:13.349" v="10"/>
          <pc:sldLayoutMkLst>
            <pc:docMk/>
            <pc:sldMasterMk cId="1773701289" sldId="2147483648"/>
            <pc:sldLayoutMk cId="1083473958" sldId="2147483649"/>
          </pc:sldLayoutMkLst>
        </pc:sldLayoutChg>
      </pc:sldMasterChg>
    </pc:docChg>
  </pc:docChgLst>
  <pc:docChgLst>
    <pc:chgData name="imane kharbouche" userId="S::imane.kharbouche@etu.univ-poitiers.fr::c7dbc017-7917-4f23-a4a1-28fb42f70cda" providerId="AD" clId="Web-{854EC5FA-4342-B947-FAAC-B5572BA2371E}"/>
    <pc:docChg chg="mod delSld modSld">
      <pc:chgData name="imane kharbouche" userId="S::imane.kharbouche@etu.univ-poitiers.fr::c7dbc017-7917-4f23-a4a1-28fb42f70cda" providerId="AD" clId="Web-{854EC5FA-4342-B947-FAAC-B5572BA2371E}" dt="2024-10-18T09:17:16.223" v="47"/>
      <pc:docMkLst>
        <pc:docMk/>
      </pc:docMkLst>
      <pc:sldChg chg="del">
        <pc:chgData name="imane kharbouche" userId="S::imane.kharbouche@etu.univ-poitiers.fr::c7dbc017-7917-4f23-a4a1-28fb42f70cda" providerId="AD" clId="Web-{854EC5FA-4342-B947-FAAC-B5572BA2371E}" dt="2024-10-18T07:25:10.474" v="3"/>
        <pc:sldMkLst>
          <pc:docMk/>
          <pc:sldMk cId="390015249" sldId="259"/>
        </pc:sldMkLst>
      </pc:sldChg>
      <pc:sldChg chg="addSp delSp modSp mod setBg">
        <pc:chgData name="imane kharbouche" userId="S::imane.kharbouche@etu.univ-poitiers.fr::c7dbc017-7917-4f23-a4a1-28fb42f70cda" providerId="AD" clId="Web-{854EC5FA-4342-B947-FAAC-B5572BA2371E}" dt="2024-10-18T07:35:21.898" v="46" actId="1076"/>
        <pc:sldMkLst>
          <pc:docMk/>
          <pc:sldMk cId="2171224548" sldId="260"/>
        </pc:sldMkLst>
      </pc:sldChg>
    </pc:docChg>
  </pc:docChgLst>
  <pc:docChgLst>
    <pc:chgData name="Abderrahman Jenfi" userId="77a986fd-5550-4b85-8425-ff01d2c8194c" providerId="ADAL" clId="{3A330DFD-6035-44DC-8EA2-5EDACBE9C308}"/>
    <pc:docChg chg="undo custSel addSld delSld modSld sldOrd">
      <pc:chgData name="Abderrahman Jenfi" userId="77a986fd-5550-4b85-8425-ff01d2c8194c" providerId="ADAL" clId="{3A330DFD-6035-44DC-8EA2-5EDACBE9C308}" dt="2024-11-06T18:05:24.861" v="1161" actId="1076"/>
      <pc:docMkLst>
        <pc:docMk/>
      </pc:docMkLst>
      <pc:sldChg chg="addSp delSp modSp mod">
        <pc:chgData name="Abderrahman Jenfi" userId="77a986fd-5550-4b85-8425-ff01d2c8194c" providerId="ADAL" clId="{3A330DFD-6035-44DC-8EA2-5EDACBE9C308}" dt="2024-11-05T22:22:23.866" v="471" actId="14100"/>
        <pc:sldMkLst>
          <pc:docMk/>
          <pc:sldMk cId="762677645" sldId="267"/>
        </pc:sldMkLst>
      </pc:sldChg>
      <pc:sldChg chg="addSp delSp modSp mod ord">
        <pc:chgData name="Abderrahman Jenfi" userId="77a986fd-5550-4b85-8425-ff01d2c8194c" providerId="ADAL" clId="{3A330DFD-6035-44DC-8EA2-5EDACBE9C308}" dt="2024-11-06T17:58:32.334" v="1147" actId="14100"/>
        <pc:sldMkLst>
          <pc:docMk/>
          <pc:sldMk cId="2803657774" sldId="270"/>
        </pc:sldMkLst>
      </pc:sldChg>
      <pc:sldChg chg="new del">
        <pc:chgData name="Abderrahman Jenfi" userId="77a986fd-5550-4b85-8425-ff01d2c8194c" providerId="ADAL" clId="{3A330DFD-6035-44DC-8EA2-5EDACBE9C308}" dt="2024-10-28T17:14:48.676" v="10" actId="2696"/>
        <pc:sldMkLst>
          <pc:docMk/>
          <pc:sldMk cId="644373732" sldId="271"/>
        </pc:sldMkLst>
      </pc:sldChg>
      <pc:sldChg chg="new del">
        <pc:chgData name="Abderrahman Jenfi" userId="77a986fd-5550-4b85-8425-ff01d2c8194c" providerId="ADAL" clId="{3A330DFD-6035-44DC-8EA2-5EDACBE9C308}" dt="2024-10-28T17:15:41.659" v="14" actId="2696"/>
        <pc:sldMkLst>
          <pc:docMk/>
          <pc:sldMk cId="3369302638" sldId="271"/>
        </pc:sldMkLst>
      </pc:sldChg>
      <pc:sldChg chg="add del setBg">
        <pc:chgData name="Abderrahman Jenfi" userId="77a986fd-5550-4b85-8425-ff01d2c8194c" providerId="ADAL" clId="{3A330DFD-6035-44DC-8EA2-5EDACBE9C308}" dt="2024-10-28T17:16:00.924" v="17" actId="2696"/>
        <pc:sldMkLst>
          <pc:docMk/>
          <pc:sldMk cId="4264077027" sldId="272"/>
        </pc:sldMkLst>
      </pc:sldChg>
      <pc:sldChg chg="add del">
        <pc:chgData name="Abderrahman Jenfi" userId="77a986fd-5550-4b85-8425-ff01d2c8194c" providerId="ADAL" clId="{3A330DFD-6035-44DC-8EA2-5EDACBE9C308}" dt="2024-10-28T17:24:14.828" v="52" actId="2696"/>
        <pc:sldMkLst>
          <pc:docMk/>
          <pc:sldMk cId="2612291044" sldId="273"/>
        </pc:sldMkLst>
      </pc:sldChg>
      <pc:sldChg chg="addSp modSp add mod ord">
        <pc:chgData name="Abderrahman Jenfi" userId="77a986fd-5550-4b85-8425-ff01d2c8194c" providerId="ADAL" clId="{3A330DFD-6035-44DC-8EA2-5EDACBE9C308}" dt="2024-11-05T22:42:51.415" v="646" actId="20577"/>
        <pc:sldMkLst>
          <pc:docMk/>
          <pc:sldMk cId="1557710599" sldId="274"/>
        </pc:sldMkLst>
      </pc:sldChg>
      <pc:sldChg chg="addSp delSp modSp add mod">
        <pc:chgData name="Abderrahman Jenfi" userId="77a986fd-5550-4b85-8425-ff01d2c8194c" providerId="ADAL" clId="{3A330DFD-6035-44DC-8EA2-5EDACBE9C308}" dt="2024-10-28T17:23:47.812" v="51" actId="14100"/>
        <pc:sldMkLst>
          <pc:docMk/>
          <pc:sldMk cId="123568332" sldId="275"/>
        </pc:sldMkLst>
      </pc:sldChg>
      <pc:sldChg chg="add del setBg">
        <pc:chgData name="Abderrahman Jenfi" userId="77a986fd-5550-4b85-8425-ff01d2c8194c" providerId="ADAL" clId="{3A330DFD-6035-44DC-8EA2-5EDACBE9C308}" dt="2024-10-28T17:31:20.475" v="59" actId="47"/>
        <pc:sldMkLst>
          <pc:docMk/>
          <pc:sldMk cId="1327916058" sldId="276"/>
        </pc:sldMkLst>
      </pc:sldChg>
      <pc:sldChg chg="add del setBg">
        <pc:chgData name="Abderrahman Jenfi" userId="77a986fd-5550-4b85-8425-ff01d2c8194c" providerId="ADAL" clId="{3A330DFD-6035-44DC-8EA2-5EDACBE9C308}" dt="2024-10-28T17:16:39.034" v="19" actId="2696"/>
        <pc:sldMkLst>
          <pc:docMk/>
          <pc:sldMk cId="1881237650" sldId="276"/>
        </pc:sldMkLst>
      </pc:sldChg>
      <pc:sldChg chg="add del setBg">
        <pc:chgData name="Abderrahman Jenfi" userId="77a986fd-5550-4b85-8425-ff01d2c8194c" providerId="ADAL" clId="{3A330DFD-6035-44DC-8EA2-5EDACBE9C308}" dt="2024-10-28T17:31:24.071" v="60" actId="47"/>
        <pc:sldMkLst>
          <pc:docMk/>
          <pc:sldMk cId="581636246" sldId="277"/>
        </pc:sldMkLst>
      </pc:sldChg>
      <pc:sldChg chg="addSp delSp modSp add del">
        <pc:chgData name="Abderrahman Jenfi" userId="77a986fd-5550-4b85-8425-ff01d2c8194c" providerId="ADAL" clId="{3A330DFD-6035-44DC-8EA2-5EDACBE9C308}" dt="2024-10-28T17:37:46.182" v="74" actId="47"/>
        <pc:sldMkLst>
          <pc:docMk/>
          <pc:sldMk cId="695265135" sldId="278"/>
        </pc:sldMkLst>
      </pc:sldChg>
      <pc:sldChg chg="addSp delSp modSp add mod ord">
        <pc:chgData name="Abderrahman Jenfi" userId="77a986fd-5550-4b85-8425-ff01d2c8194c" providerId="ADAL" clId="{3A330DFD-6035-44DC-8EA2-5EDACBE9C308}" dt="2024-11-06T18:05:24.861" v="1161" actId="1076"/>
        <pc:sldMkLst>
          <pc:docMk/>
          <pc:sldMk cId="465828444" sldId="279"/>
        </pc:sldMkLst>
      </pc:sldChg>
      <pc:sldChg chg="addSp delSp modSp mod">
        <pc:chgData name="Abderrahman Jenfi" userId="77a986fd-5550-4b85-8425-ff01d2c8194c" providerId="ADAL" clId="{3A330DFD-6035-44DC-8EA2-5EDACBE9C308}" dt="2024-11-06T18:02:15.345" v="1153" actId="113"/>
        <pc:sldMkLst>
          <pc:docMk/>
          <pc:sldMk cId="1405193319" sldId="284"/>
        </pc:sldMkLst>
      </pc:sldChg>
      <pc:sldChg chg="modSp mod">
        <pc:chgData name="Abderrahman Jenfi" userId="77a986fd-5550-4b85-8425-ff01d2c8194c" providerId="ADAL" clId="{3A330DFD-6035-44DC-8EA2-5EDACBE9C308}" dt="2024-11-06T18:04:26.876" v="1160" actId="20577"/>
        <pc:sldMkLst>
          <pc:docMk/>
          <pc:sldMk cId="585609489" sldId="292"/>
        </pc:sldMkLst>
      </pc:sldChg>
    </pc:docChg>
  </pc:docChgLst>
  <pc:docChgLst>
    <pc:chgData name="Quentin Chirol" userId="S::quentin.chirol@etu.univ-poitiers.fr::5d73e69c-eeaa-4f4c-8dec-15de021accd9" providerId="AD" clId="Web-{D5899CAC-10D4-BD2B-001D-0B82951B8A3B}"/>
    <pc:docChg chg="mod">
      <pc:chgData name="Quentin Chirol" userId="S::quentin.chirol@etu.univ-poitiers.fr::5d73e69c-eeaa-4f4c-8dec-15de021accd9" providerId="AD" clId="Web-{D5899CAC-10D4-BD2B-001D-0B82951B8A3B}" dt="2024-10-18T09:16:53.440" v="0"/>
      <pc:docMkLst>
        <pc:docMk/>
      </pc:docMkLst>
    </pc:docChg>
  </pc:docChgLst>
  <pc:docChgLst>
    <pc:chgData name="Quentin Chirol" userId="S::quentin.chirol@etu.univ-poitiers.fr::5d73e69c-eeaa-4f4c-8dec-15de021accd9" providerId="AD" clId="Web-{DB51B477-1A6D-B967-A6CF-A16EA3D06779}"/>
    <pc:docChg chg="modSld">
      <pc:chgData name="Quentin Chirol" userId="S::quentin.chirol@etu.univ-poitiers.fr::5d73e69c-eeaa-4f4c-8dec-15de021accd9" providerId="AD" clId="Web-{DB51B477-1A6D-B967-A6CF-A16EA3D06779}" dt="2024-11-07T17:11:44.474" v="60" actId="1076"/>
      <pc:docMkLst>
        <pc:docMk/>
      </pc:docMkLst>
      <pc:sldChg chg="modSp">
        <pc:chgData name="Quentin Chirol" userId="S::quentin.chirol@etu.univ-poitiers.fr::5d73e69c-eeaa-4f4c-8dec-15de021accd9" providerId="AD" clId="Web-{DB51B477-1A6D-B967-A6CF-A16EA3D06779}" dt="2024-11-07T17:11:44.474" v="60" actId="1076"/>
        <pc:sldMkLst>
          <pc:docMk/>
          <pc:sldMk cId="892310499" sldId="280"/>
        </pc:sldMkLst>
      </pc:sldChg>
    </pc:docChg>
  </pc:docChgLst>
  <pc:docChgLst>
    <pc:chgData name="Quentin Chirol" userId="5d73e69c-eeaa-4f4c-8dec-15de021accd9" providerId="ADAL" clId="{6A9B62A4-461D-434E-8224-8EBE33022D09}"/>
    <pc:docChg chg="undo custSel addSld delSld modSld sldOrd">
      <pc:chgData name="Quentin Chirol" userId="5d73e69c-eeaa-4f4c-8dec-15de021accd9" providerId="ADAL" clId="{6A9B62A4-461D-434E-8224-8EBE33022D09}" dt="2024-10-18T09:15:18.872" v="3627" actId="115"/>
      <pc:docMkLst>
        <pc:docMk/>
      </pc:docMkLst>
      <pc:sldChg chg="addSp delSp modSp mod ord setBg">
        <pc:chgData name="Quentin Chirol" userId="5d73e69c-eeaa-4f4c-8dec-15de021accd9" providerId="ADAL" clId="{6A9B62A4-461D-434E-8224-8EBE33022D09}" dt="2024-10-18T07:43:33.149" v="2578" actId="1076"/>
        <pc:sldMkLst>
          <pc:docMk/>
          <pc:sldMk cId="2379310239" sldId="257"/>
        </pc:sldMkLst>
      </pc:sldChg>
      <pc:sldChg chg="addSp delSp modSp mod">
        <pc:chgData name="Quentin Chirol" userId="5d73e69c-eeaa-4f4c-8dec-15de021accd9" providerId="ADAL" clId="{6A9B62A4-461D-434E-8224-8EBE33022D09}" dt="2024-10-18T09:00:13.894" v="3571" actId="1076"/>
        <pc:sldMkLst>
          <pc:docMk/>
          <pc:sldMk cId="1295976841" sldId="258"/>
        </pc:sldMkLst>
      </pc:sldChg>
      <pc:sldChg chg="addSp delSp modSp mod">
        <pc:chgData name="Quentin Chirol" userId="5d73e69c-eeaa-4f4c-8dec-15de021accd9" providerId="ADAL" clId="{6A9B62A4-461D-434E-8224-8EBE33022D09}" dt="2024-10-18T07:47:42.568" v="2579" actId="1076"/>
        <pc:sldMkLst>
          <pc:docMk/>
          <pc:sldMk cId="2171224548" sldId="260"/>
        </pc:sldMkLst>
      </pc:sldChg>
      <pc:sldChg chg="addSp modSp mod ord">
        <pc:chgData name="Quentin Chirol" userId="5d73e69c-eeaa-4f4c-8dec-15de021accd9" providerId="ADAL" clId="{6A9B62A4-461D-434E-8224-8EBE33022D09}" dt="2024-10-18T09:11:07.365" v="3600" actId="1076"/>
        <pc:sldMkLst>
          <pc:docMk/>
          <pc:sldMk cId="872951277" sldId="262"/>
        </pc:sldMkLst>
      </pc:sldChg>
      <pc:sldChg chg="new setBg">
        <pc:chgData name="Quentin Chirol" userId="5d73e69c-eeaa-4f4c-8dec-15de021accd9" providerId="ADAL" clId="{6A9B62A4-461D-434E-8224-8EBE33022D09}" dt="2024-10-18T08:40:05.212" v="3497"/>
        <pc:sldMkLst>
          <pc:docMk/>
          <pc:sldMk cId="2956494260" sldId="262"/>
        </pc:sldMkLst>
      </pc:sldChg>
      <pc:sldChg chg="add del setBg">
        <pc:chgData name="Quentin Chirol" userId="5d73e69c-eeaa-4f4c-8dec-15de021accd9" providerId="ADAL" clId="{6A9B62A4-461D-434E-8224-8EBE33022D09}" dt="2024-10-18T09:09:13.535" v="3586"/>
        <pc:sldMkLst>
          <pc:docMk/>
          <pc:sldMk cId="394923107" sldId="263"/>
        </pc:sldMkLst>
      </pc:sldChg>
      <pc:sldChg chg="add del setBg">
        <pc:chgData name="Quentin Chirol" userId="5d73e69c-eeaa-4f4c-8dec-15de021accd9" providerId="ADAL" clId="{6A9B62A4-461D-434E-8224-8EBE33022D09}" dt="2024-10-18T09:12:37.472" v="3613" actId="2696"/>
        <pc:sldMkLst>
          <pc:docMk/>
          <pc:sldMk cId="2944105476" sldId="263"/>
        </pc:sldMkLst>
      </pc:sldChg>
      <pc:sldChg chg="del">
        <pc:chgData name="Quentin Chirol" userId="5d73e69c-eeaa-4f4c-8dec-15de021accd9" providerId="ADAL" clId="{6A9B62A4-461D-434E-8224-8EBE33022D09}" dt="2024-10-18T08:49:24.369" v="3500" actId="2696"/>
        <pc:sldMkLst>
          <pc:docMk/>
          <pc:sldMk cId="2956494260" sldId="263"/>
        </pc:sldMkLst>
      </pc:sldChg>
      <pc:sldChg chg="modSp add mod setBg">
        <pc:chgData name="Quentin Chirol" userId="5d73e69c-eeaa-4f4c-8dec-15de021accd9" providerId="ADAL" clId="{6A9B62A4-461D-434E-8224-8EBE33022D09}" dt="2024-10-18T09:11:53.678" v="3604" actId="115"/>
        <pc:sldMkLst>
          <pc:docMk/>
          <pc:sldMk cId="462927988" sldId="264"/>
        </pc:sldMkLst>
      </pc:sldChg>
      <pc:sldChg chg="add del setBg">
        <pc:chgData name="Quentin Chirol" userId="5d73e69c-eeaa-4f4c-8dec-15de021accd9" providerId="ADAL" clId="{6A9B62A4-461D-434E-8224-8EBE33022D09}" dt="2024-10-18T09:09:13.050" v="3585"/>
        <pc:sldMkLst>
          <pc:docMk/>
          <pc:sldMk cId="3656318024" sldId="264"/>
        </pc:sldMkLst>
      </pc:sldChg>
      <pc:sldChg chg="add del setBg">
        <pc:chgData name="Quentin Chirol" userId="5d73e69c-eeaa-4f4c-8dec-15de021accd9" providerId="ADAL" clId="{6A9B62A4-461D-434E-8224-8EBE33022D09}" dt="2024-10-18T09:09:12.795" v="3584"/>
        <pc:sldMkLst>
          <pc:docMk/>
          <pc:sldMk cId="710226669" sldId="265"/>
        </pc:sldMkLst>
      </pc:sldChg>
      <pc:sldChg chg="modSp add mod setBg">
        <pc:chgData name="Quentin Chirol" userId="5d73e69c-eeaa-4f4c-8dec-15de021accd9" providerId="ADAL" clId="{6A9B62A4-461D-434E-8224-8EBE33022D09}" dt="2024-10-18T09:12:29.499" v="3612" actId="115"/>
        <pc:sldMkLst>
          <pc:docMk/>
          <pc:sldMk cId="2362753476" sldId="265"/>
        </pc:sldMkLst>
      </pc:sldChg>
      <pc:sldChg chg="add del setBg">
        <pc:chgData name="Quentin Chirol" userId="5d73e69c-eeaa-4f4c-8dec-15de021accd9" providerId="ADAL" clId="{6A9B62A4-461D-434E-8224-8EBE33022D09}" dt="2024-10-18T09:09:12.540" v="3583"/>
        <pc:sldMkLst>
          <pc:docMk/>
          <pc:sldMk cId="2819884415" sldId="266"/>
        </pc:sldMkLst>
      </pc:sldChg>
      <pc:sldChg chg="modSp add mod setBg">
        <pc:chgData name="Quentin Chirol" userId="5d73e69c-eeaa-4f4c-8dec-15de021accd9" providerId="ADAL" clId="{6A9B62A4-461D-434E-8224-8EBE33022D09}" dt="2024-10-18T09:13:42.633" v="3617" actId="115"/>
        <pc:sldMkLst>
          <pc:docMk/>
          <pc:sldMk cId="3721908347" sldId="266"/>
        </pc:sldMkLst>
      </pc:sldChg>
      <pc:sldChg chg="modSp add mod setBg">
        <pc:chgData name="Quentin Chirol" userId="5d73e69c-eeaa-4f4c-8dec-15de021accd9" providerId="ADAL" clId="{6A9B62A4-461D-434E-8224-8EBE33022D09}" dt="2024-10-18T09:14:47.180" v="3621" actId="115"/>
        <pc:sldMkLst>
          <pc:docMk/>
          <pc:sldMk cId="762677645" sldId="267"/>
        </pc:sldMkLst>
      </pc:sldChg>
      <pc:sldChg chg="add del setBg">
        <pc:chgData name="Quentin Chirol" userId="5d73e69c-eeaa-4f4c-8dec-15de021accd9" providerId="ADAL" clId="{6A9B62A4-461D-434E-8224-8EBE33022D09}" dt="2024-10-18T09:09:12.259" v="3582"/>
        <pc:sldMkLst>
          <pc:docMk/>
          <pc:sldMk cId="1291724959" sldId="267"/>
        </pc:sldMkLst>
      </pc:sldChg>
      <pc:sldChg chg="modSp add mod setBg">
        <pc:chgData name="Quentin Chirol" userId="5d73e69c-eeaa-4f4c-8dec-15de021accd9" providerId="ADAL" clId="{6A9B62A4-461D-434E-8224-8EBE33022D09}" dt="2024-10-18T09:15:18.872" v="3627" actId="115"/>
        <pc:sldMkLst>
          <pc:docMk/>
          <pc:sldMk cId="1479020646" sldId="268"/>
        </pc:sldMkLst>
      </pc:sldChg>
    </pc:docChg>
  </pc:docChgLst>
  <pc:docChgLst>
    <pc:chgData name="imane kharbouche" userId="S::imane.kharbouche@etu.univ-poitiers.fr::c7dbc017-7917-4f23-a4a1-28fb42f70cda" providerId="AD" clId="Web-{47136FAF-2DA9-5B19-F092-037ADF107BB3}"/>
    <pc:docChg chg="modSld">
      <pc:chgData name="imane kharbouche" userId="S::imane.kharbouche@etu.univ-poitiers.fr::c7dbc017-7917-4f23-a4a1-28fb42f70cda" providerId="AD" clId="Web-{47136FAF-2DA9-5B19-F092-037ADF107BB3}" dt="2024-10-18T06:30:36.665" v="14"/>
      <pc:docMkLst>
        <pc:docMk/>
      </pc:docMkLst>
      <pc:sldChg chg="addSp delSp modSp mod setBg">
        <pc:chgData name="imane kharbouche" userId="S::imane.kharbouche@etu.univ-poitiers.fr::c7dbc017-7917-4f23-a4a1-28fb42f70cda" providerId="AD" clId="Web-{47136FAF-2DA9-5B19-F092-037ADF107BB3}" dt="2024-10-18T06:30:36.665" v="14"/>
        <pc:sldMkLst>
          <pc:docMk/>
          <pc:sldMk cId="1689334318" sldId="256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06T10:06:39.827" idx="1">
    <p:pos x="10" y="10"/>
    <p:text>title pf the demographical imag of the uk to be added, less text, highlight the key numbers in each point</p:text>
    <p:extLst>
      <p:ext uri="{C676402C-5697-4E1C-873F-D02D1690AC5C}">
        <p15:threadingInfo xmlns:p15="http://schemas.microsoft.com/office/powerpoint/2012/main" timeZoneBias="-60"/>
      </p:ext>
    </p:extLst>
  </p:cm>
  <p:cm authorId="1" dt="2024-11-06T10:09:20.735" idx="4">
    <p:pos x="146" y="146"/>
    <p:text>image needs to be bordered</p:text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1-06T10:07:58.414" idx="2">
    <p:pos x="10" y="10"/>
    <p:text>economy part to add</p:text>
    <p:extLst>
      <p:ext uri="{C676402C-5697-4E1C-873F-D02D1690AC5C}">
        <p15:threadingInfo xmlns:p15="http://schemas.microsoft.com/office/powerpoint/2012/main" timeZoneBias="-60"/>
      </p:ext>
    </p:extLst>
  </p:cm>
  <p:cm authorId="1" dt="2024-11-06T10:08:13.350" idx="3">
    <p:pos x="146" y="146"/>
    <p:text>graph  of the evolution of the economy works best in this case</p:text>
    <p:extLst>
      <p:ext uri="{C676402C-5697-4E1C-873F-D02D1690AC5C}">
        <p15:threadingInfo xmlns:p15="http://schemas.microsoft.com/office/powerpoint/2012/main" timeZoneBias="-6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ED3E809-A709-4BDC-93AF-73858109EC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DEFE4A-BA27-4756-B6EA-965F763446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9B3CE-602F-4166-86A3-767F71FC4BAC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C3C3093-9F21-431A-BB83-0455F1B26B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5C0EFF-9FA3-4C7D-971E-A01563DB68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F2A43-A3A9-441E-AA6F-6A747C3187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2211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E2381-2FFC-4575-8FF0-EEC363702EEF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07C55-2026-4D83-B821-CA960D5DBA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8520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007C55-2026-4D83-B821-CA960D5DBAF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744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007C55-2026-4D83-B821-CA960D5DBAF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66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6063C6-F49D-47E5-A990-6AA1133C7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D41F4B7-FD3E-4D74-951B-1CF2C2495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08347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70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ravelfeeder.com/travel_guides/new-olympic-park-venue-guide-for-the-london-2012-olympic-games" TargetMode="External"/><Relationship Id="rId5" Type="http://schemas.openxmlformats.org/officeDocument/2006/relationships/image" Target="../media/image16.jpeg"/><Relationship Id="rId4" Type="http://schemas.openxmlformats.org/officeDocument/2006/relationships/hyperlink" Target="http://www.dailymail.co.uk/news/article-2179912/London-2012-Stunning-images-showing-seven-year-transformation-Stratfords-Olympic-Park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 descr="Une image contenant ciel, bâtiment, plein air, eau&#10;&#10;Description générée automatiquement">
            <a:extLst>
              <a:ext uri="{FF2B5EF4-FFF2-40B4-BE49-F238E27FC236}">
                <a16:creationId xmlns:a16="http://schemas.microsoft.com/office/drawing/2014/main" id="{3EFE4191-1942-CB89-8F31-8DA708B4AD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10657" t="9091" r="24706"/>
          <a:stretch/>
        </p:blipFill>
        <p:spPr>
          <a:xfrm>
            <a:off x="3571952" y="0"/>
            <a:ext cx="8668512" cy="6858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5FD84CA6-B49A-0EC6-6993-76EA2C8D8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5691" y="1683902"/>
            <a:ext cx="4393474" cy="1941392"/>
          </a:xfrm>
        </p:spPr>
        <p:txBody>
          <a:bodyPr lIns="91440" tIns="45720" rIns="91440" bIns="45720" anchor="b">
            <a:normAutofit fontScale="90000"/>
          </a:bodyPr>
          <a:lstStyle/>
          <a:p>
            <a:pPr algn="l"/>
            <a:r>
              <a:rPr lang="fr-FR" sz="4800">
                <a:solidFill>
                  <a:schemeClr val="bg1"/>
                </a:solidFill>
                <a:latin typeface="HelveticaNeueforSAS" panose="020B0604020202020204" pitchFamily="34" charset="0"/>
                <a:ea typeface="+mj-lt"/>
                <a:cs typeface="+mj-lt"/>
              </a:rPr>
              <a:t>Les Jeux Olympiques </a:t>
            </a:r>
            <a:r>
              <a:rPr lang="fr-FR" sz="4800">
                <a:solidFill>
                  <a:srgbClr val="E24F9B"/>
                </a:solidFill>
                <a:latin typeface="HelveticaNeueforSAS" panose="020B0604020202020204" pitchFamily="34" charset="0"/>
                <a:ea typeface="+mj-lt"/>
                <a:cs typeface="+mj-lt"/>
              </a:rPr>
              <a:t>Londres</a:t>
            </a:r>
            <a:r>
              <a:rPr lang="fr-FR" sz="4800">
                <a:solidFill>
                  <a:schemeClr val="bg1"/>
                </a:solidFill>
                <a:latin typeface="HelveticaNeueforSAS" panose="020B0604020202020204" pitchFamily="34" charset="0"/>
                <a:ea typeface="+mj-lt"/>
                <a:cs typeface="+mj-lt"/>
              </a:rPr>
              <a:t> </a:t>
            </a:r>
            <a:r>
              <a:rPr lang="fr-FR" sz="4800">
                <a:solidFill>
                  <a:srgbClr val="FACA44"/>
                </a:solidFill>
                <a:latin typeface="HelveticaNeueforSAS" panose="020B0604020202020204" pitchFamily="34" charset="0"/>
                <a:ea typeface="+mj-lt"/>
                <a:cs typeface="+mj-lt"/>
              </a:rPr>
              <a:t>2012</a:t>
            </a:r>
            <a:endParaRPr lang="fr-FR" sz="4800">
              <a:solidFill>
                <a:srgbClr val="FACA44"/>
              </a:solidFill>
              <a:latin typeface="HelveticaNeueforSAS" panose="020B0604020202020204" pitchFamily="34" charset="0"/>
              <a:cs typeface="Calibri Light" panose="020F03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rgbClr val="D12C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4E62E-495F-41C5-BC24-C794CA534726}"/>
              </a:ext>
            </a:extLst>
          </p:cNvPr>
          <p:cNvSpPr/>
          <p:nvPr/>
        </p:nvSpPr>
        <p:spPr>
          <a:xfrm>
            <a:off x="378119" y="4143605"/>
            <a:ext cx="701964" cy="1385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8621DE0-A1BE-463C-A865-76D6C355970E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3150" y="5549150"/>
            <a:ext cx="1308850" cy="130885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35EF28B-7E58-4C94-865B-2E1BBAB99C9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1">
                <a:lumMod val="50000"/>
                <a:lumOff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192" y="180235"/>
            <a:ext cx="1596272" cy="77837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4EDF9EF-2998-4E4D-A178-8FEAA0A70EC2}"/>
              </a:ext>
            </a:extLst>
          </p:cNvPr>
          <p:cNvSpPr txBox="1"/>
          <p:nvPr/>
        </p:nvSpPr>
        <p:spPr>
          <a:xfrm>
            <a:off x="229387" y="4473138"/>
            <a:ext cx="639156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KHARBOUCHE Imane</a:t>
            </a:r>
          </a:p>
          <a:p>
            <a:r>
              <a:rPr lang="fr-FR" sz="2000" dirty="0">
                <a:solidFill>
                  <a:schemeClr val="bg1"/>
                </a:solidFill>
              </a:rPr>
              <a:t>CHIROL Quentin </a:t>
            </a:r>
          </a:p>
          <a:p>
            <a:r>
              <a:rPr lang="fr-FR" sz="2000" dirty="0">
                <a:solidFill>
                  <a:schemeClr val="bg1"/>
                </a:solidFill>
              </a:rPr>
              <a:t>JENFI </a:t>
            </a:r>
            <a:r>
              <a:rPr lang="fr-FR" sz="2000" dirty="0" err="1">
                <a:solidFill>
                  <a:schemeClr val="bg1"/>
                </a:solidFill>
              </a:rPr>
              <a:t>Abderrahman</a:t>
            </a:r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BUT SD1 – TD A</a:t>
            </a:r>
          </a:p>
          <a:p>
            <a:r>
              <a:rPr lang="fr-FR" sz="2000" dirty="0">
                <a:solidFill>
                  <a:schemeClr val="bg1"/>
                </a:solidFill>
              </a:rPr>
              <a:t>H.BIEBER I.BELIM </a:t>
            </a:r>
          </a:p>
          <a:p>
            <a:r>
              <a:rPr lang="fr-FR" sz="2000" dirty="0">
                <a:solidFill>
                  <a:srgbClr val="FACA44"/>
                </a:solidFill>
              </a:rPr>
              <a:t>2024-2025</a:t>
            </a:r>
          </a:p>
          <a:p>
            <a:r>
              <a:rPr lang="fr-FR" sz="2000" dirty="0" err="1">
                <a:solidFill>
                  <a:srgbClr val="E24F9B"/>
                </a:solidFill>
              </a:rPr>
              <a:t>Saé</a:t>
            </a:r>
            <a:r>
              <a:rPr lang="fr-FR" sz="2000" dirty="0">
                <a:solidFill>
                  <a:srgbClr val="E24F9B"/>
                </a:solidFill>
              </a:rPr>
              <a:t> : Présentation d’un territoire économique et culturel </a:t>
            </a:r>
          </a:p>
          <a:p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154B19B6-467F-4401-88E1-90DEF7BFF4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670" y="1715678"/>
            <a:ext cx="2752054" cy="206523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ABA05C7-5F86-40A1-983E-A39861456052}"/>
              </a:ext>
            </a:extLst>
          </p:cNvPr>
          <p:cNvSpPr/>
          <p:nvPr/>
        </p:nvSpPr>
        <p:spPr>
          <a:xfrm>
            <a:off x="273377" y="480767"/>
            <a:ext cx="1008668" cy="4430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125B454B-DD3E-4479-A8F3-D518F40246FA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366" y="0"/>
            <a:ext cx="3550430" cy="132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2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8A3C4-8D04-71EC-4511-119C75A6A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-2495"/>
            <a:ext cx="12191998" cy="1443368"/>
          </a:xfrm>
        </p:spPr>
        <p:txBody>
          <a:bodyPr lIns="91440" tIns="45720" rIns="91440" bIns="45720" anchor="b"/>
          <a:lstStyle/>
          <a:p>
            <a:pPr algn="l"/>
            <a:r>
              <a:rPr lang="fr-FR" sz="6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NeueforSAS"/>
                <a:cs typeface="Calibri Light"/>
              </a:rPr>
              <a:t> </a:t>
            </a:r>
            <a:r>
              <a:rPr lang="fr-FR" sz="5400">
                <a:solidFill>
                  <a:srgbClr val="FF69B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NeueforSAS"/>
                <a:cs typeface="Calibri Light"/>
              </a:rPr>
              <a:t>Sommaire : 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DC0E036E-C5C7-4B23-AAE1-E9693CE6A055}"/>
              </a:ext>
            </a:extLst>
          </p:cNvPr>
          <p:cNvSpPr txBox="1">
            <a:spLocks/>
          </p:cNvSpPr>
          <p:nvPr/>
        </p:nvSpPr>
        <p:spPr>
          <a:xfrm>
            <a:off x="497159" y="2721930"/>
            <a:ext cx="5912877" cy="386359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Font typeface="+mj-lt"/>
              <a:buAutoNum type="romanUcPeriod"/>
            </a:pPr>
            <a:r>
              <a:rPr lang="fr-FR" sz="3200" b="1" dirty="0" err="1">
                <a:solidFill>
                  <a:srgbClr val="FCBB14"/>
                </a:solidFill>
                <a:latin typeface="HelveticaNeueforSAS" panose="020B0604020202020204" pitchFamily="34" charset="0"/>
              </a:rPr>
              <a:t>Context</a:t>
            </a:r>
            <a:r>
              <a:rPr lang="fr-FR" sz="3200" b="1" dirty="0">
                <a:solidFill>
                  <a:srgbClr val="FCBB14"/>
                </a:solidFill>
                <a:latin typeface="HelveticaNeueforSAS" panose="020B0604020202020204" pitchFamily="34" charset="0"/>
              </a:rPr>
              <a:t> 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3200" b="1" dirty="0" err="1">
                <a:solidFill>
                  <a:schemeClr val="bg1"/>
                </a:solidFill>
                <a:latin typeface="HelveticaNeueforSAS Light" panose="020B0403020202020204" pitchFamily="34" charset="0"/>
              </a:rPr>
              <a:t>Geographical</a:t>
            </a:r>
            <a:r>
              <a:rPr lang="fr-FR" sz="3200" b="1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Human data &amp; </a:t>
            </a:r>
            <a:r>
              <a:rPr lang="fr-FR" sz="3200" b="1" dirty="0" err="1">
                <a:solidFill>
                  <a:schemeClr val="bg1"/>
                </a:solidFill>
                <a:latin typeface="HelveticaNeueforSAS Light" panose="020B0403020202020204" pitchFamily="34" charset="0"/>
              </a:rPr>
              <a:t>economy</a:t>
            </a:r>
            <a:endParaRPr lang="fr-FR" sz="3200" b="1" dirty="0">
              <a:solidFill>
                <a:schemeClr val="bg1"/>
              </a:solidFill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3200" b="1" dirty="0" err="1">
                <a:solidFill>
                  <a:schemeClr val="bg1"/>
                </a:solidFill>
                <a:latin typeface="HelveticaNeueforSAS Light" panose="020B0403020202020204" pitchFamily="34" charset="0"/>
              </a:rPr>
              <a:t>Itinerary</a:t>
            </a:r>
            <a:r>
              <a:rPr lang="fr-FR" sz="3200" b="1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 </a:t>
            </a:r>
            <a:r>
              <a:rPr lang="fr-FR" sz="3200" b="1" dirty="0" err="1">
                <a:solidFill>
                  <a:schemeClr val="bg1"/>
                </a:solidFill>
                <a:latin typeface="HelveticaNeueforSAS Light" panose="020B0403020202020204" pitchFamily="34" charset="0"/>
              </a:rPr>
              <a:t>overview</a:t>
            </a:r>
            <a:endParaRPr lang="fr-FR" sz="3200" b="1" dirty="0">
              <a:solidFill>
                <a:schemeClr val="bg1"/>
              </a:solidFill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3200" b="1" dirty="0" err="1">
                <a:solidFill>
                  <a:schemeClr val="bg1"/>
                </a:solidFill>
                <a:latin typeface="HelveticaNeueforSAS Light" panose="020B0403020202020204" pitchFamily="34" charset="0"/>
              </a:rPr>
              <a:t>Athletes</a:t>
            </a:r>
            <a:r>
              <a:rPr lang="fr-FR" sz="3200" b="1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 &amp; </a:t>
            </a:r>
            <a:r>
              <a:rPr lang="fr-FR" sz="3200" b="1" dirty="0" err="1">
                <a:solidFill>
                  <a:schemeClr val="bg1"/>
                </a:solidFill>
                <a:latin typeface="HelveticaNeueforSAS Light" panose="020B0403020202020204" pitchFamily="34" charset="0"/>
              </a:rPr>
              <a:t>visitors</a:t>
            </a:r>
            <a:endParaRPr lang="fr-FR" sz="3200" b="1" dirty="0">
              <a:solidFill>
                <a:schemeClr val="bg1"/>
              </a:solidFill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sz="3200" dirty="0">
              <a:solidFill>
                <a:schemeClr val="bg1"/>
              </a:solidFill>
              <a:latin typeface="HelveticaNeueforSAS Light" panose="020B0403020202020204" pitchFamily="34" charset="0"/>
            </a:endParaRPr>
          </a:p>
          <a:p>
            <a:pPr lvl="1" algn="l"/>
            <a:endParaRPr lang="fr-FR" sz="3200" dirty="0">
              <a:solidFill>
                <a:schemeClr val="bg1"/>
              </a:solidFill>
              <a:latin typeface="HelveticaNeueforSAS Light" panose="020B0403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4F7B630-B880-43B6-9C94-2E87271D94D8}"/>
              </a:ext>
            </a:extLst>
          </p:cNvPr>
          <p:cNvSpPr txBox="1"/>
          <p:nvPr/>
        </p:nvSpPr>
        <p:spPr>
          <a:xfrm>
            <a:off x="11711709" y="63453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rgbClr val="FCBB14"/>
                </a:solidFill>
              </a:rPr>
              <a:t>1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32D351A-5A7E-43CF-9A9E-24FB3B3D2F76}"/>
              </a:ext>
            </a:extLst>
          </p:cNvPr>
          <p:cNvSpPr/>
          <p:nvPr/>
        </p:nvSpPr>
        <p:spPr>
          <a:xfrm>
            <a:off x="295563" y="1625600"/>
            <a:ext cx="11203709" cy="64655"/>
          </a:xfrm>
          <a:prstGeom prst="roundRect">
            <a:avLst/>
          </a:prstGeom>
          <a:solidFill>
            <a:srgbClr val="E24F9B"/>
          </a:solidFill>
          <a:ln>
            <a:solidFill>
              <a:srgbClr val="FF69B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highlight>
                <a:srgbClr val="E24F9B"/>
              </a:highlight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0B45C8-8728-4BF2-B227-57146C24F261}"/>
              </a:ext>
            </a:extLst>
          </p:cNvPr>
          <p:cNvSpPr txBox="1"/>
          <p:nvPr/>
        </p:nvSpPr>
        <p:spPr>
          <a:xfrm>
            <a:off x="6410037" y="2770911"/>
            <a:ext cx="510428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>
                <a:solidFill>
                  <a:srgbClr val="FCBB14"/>
                </a:solidFill>
                <a:latin typeface="HelveticaNeueforSAS" panose="020B0604020202020204" pitchFamily="34" charset="0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sz="3200" b="1">
                <a:solidFill>
                  <a:schemeClr val="bg1"/>
                </a:solidFill>
                <a:latin typeface="HelveticaNeueforSAS Light" panose="020B0403020202020204" pitchFamily="34" charset="0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sz="3200" b="1">
                <a:solidFill>
                  <a:schemeClr val="bg1"/>
                </a:solidFill>
                <a:latin typeface="HelveticaNeueforSAS Light" panose="020B0403020202020204" pitchFamily="34" charset="0"/>
              </a:rPr>
              <a:t>Patrimoine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sz="3200" b="1">
                <a:solidFill>
                  <a:schemeClr val="bg1"/>
                </a:solidFill>
                <a:latin typeface="HelveticaNeueforSAS Light" panose="020B0403020202020204" pitchFamily="34" charset="0"/>
              </a:rPr>
              <a:t>Évolution &amp; impacte</a:t>
            </a:r>
          </a:p>
          <a:p>
            <a:endParaRPr lang="fr-FR" sz="3200">
              <a:solidFill>
                <a:schemeClr val="bg1"/>
              </a:solidFill>
              <a:latin typeface="HelveticaNeueforSA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97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51CC1-CEBE-48CF-B174-807485D0A769}"/>
              </a:ext>
            </a:extLst>
          </p:cNvPr>
          <p:cNvSpPr/>
          <p:nvPr/>
        </p:nvSpPr>
        <p:spPr>
          <a:xfrm>
            <a:off x="0" y="0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98FA7-29E9-4E8A-8493-DB5D84709C2B}"/>
              </a:ext>
            </a:extLst>
          </p:cNvPr>
          <p:cNvSpPr/>
          <p:nvPr/>
        </p:nvSpPr>
        <p:spPr>
          <a:xfrm>
            <a:off x="397163" y="277091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1899D8F-AFF0-44B1-9C77-FD0859565D50}"/>
              </a:ext>
            </a:extLst>
          </p:cNvPr>
          <p:cNvSpPr txBox="1"/>
          <p:nvPr/>
        </p:nvSpPr>
        <p:spPr>
          <a:xfrm>
            <a:off x="983670" y="315400"/>
            <a:ext cx="3800766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dirty="0" err="1">
                <a:solidFill>
                  <a:srgbClr val="170B0B"/>
                </a:solidFill>
                <a:latin typeface="HelveticaNeueforSAS Light"/>
              </a:rPr>
              <a:t>Context</a:t>
            </a:r>
            <a:r>
              <a:rPr lang="fr-FR" sz="2000" b="1" dirty="0">
                <a:solidFill>
                  <a:srgbClr val="170B0B"/>
                </a:solidFill>
                <a:latin typeface="HelveticaNeueforSAS Light"/>
              </a:rPr>
              <a:t> </a:t>
            </a:r>
            <a:endParaRPr lang="fr-FR" sz="3200" b="1" dirty="0">
              <a:solidFill>
                <a:srgbClr val="FCBB14"/>
              </a:solidFill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2000" b="1" u="sng" dirty="0" err="1">
                <a:solidFill>
                  <a:srgbClr val="E24F9B"/>
                </a:solidFill>
                <a:latin typeface="HelveticaNeueforSAS Light"/>
              </a:rPr>
              <a:t>Geographical</a:t>
            </a:r>
            <a:r>
              <a:rPr lang="fr-FR" sz="2000" b="1" u="sng" dirty="0">
                <a:solidFill>
                  <a:srgbClr val="E24F9B"/>
                </a:solidFill>
                <a:latin typeface="HelveticaNeueforSAS Light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Human data &amp; Economy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Itinerary</a:t>
            </a:r>
            <a:r>
              <a:rPr lang="fr-FR" b="1" dirty="0">
                <a:latin typeface="HelveticaNeueforSAS Light"/>
              </a:rPr>
              <a:t> </a:t>
            </a:r>
            <a:r>
              <a:rPr lang="fr-FR" b="1" dirty="0" err="1">
                <a:latin typeface="HelveticaNeueforSAS Light"/>
              </a:rPr>
              <a:t>overview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Athletes</a:t>
            </a:r>
            <a:r>
              <a:rPr lang="fr-FR" b="1" dirty="0">
                <a:latin typeface="HelveticaNeueforSAS Light"/>
              </a:rPr>
              <a:t> &amp; </a:t>
            </a:r>
            <a:r>
              <a:rPr lang="fr-FR" b="1" dirty="0" err="1">
                <a:latin typeface="HelveticaNeueforSAS Light"/>
              </a:rPr>
              <a:t>visitors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b="1" dirty="0">
              <a:latin typeface="HelveticaNeueforSAS Light" panose="020B0403020202020204" pitchFamily="34" charset="0"/>
            </a:endParaRPr>
          </a:p>
          <a:p>
            <a:endParaRPr lang="fr-FR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59913-C621-44E8-BED7-694DB61155F9}"/>
              </a:ext>
            </a:extLst>
          </p:cNvPr>
          <p:cNvSpPr/>
          <p:nvPr/>
        </p:nvSpPr>
        <p:spPr>
          <a:xfrm>
            <a:off x="6274081" y="280639"/>
            <a:ext cx="5436369" cy="1558743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DA5B26C-C95F-468B-B844-A86EC747A0B3}"/>
              </a:ext>
            </a:extLst>
          </p:cNvPr>
          <p:cNvSpPr txBox="1"/>
          <p:nvPr/>
        </p:nvSpPr>
        <p:spPr>
          <a:xfrm>
            <a:off x="7019635" y="437139"/>
            <a:ext cx="48398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latin typeface="HelveticaNeueforSAS Light" panose="020B0403020202020204" pitchFamily="34" charset="0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Patrimoine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Évolution &amp; Impacte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7688F5-D814-4E70-B742-9AD79FB95F53}"/>
              </a:ext>
            </a:extLst>
          </p:cNvPr>
          <p:cNvSpPr txBox="1"/>
          <p:nvPr/>
        </p:nvSpPr>
        <p:spPr>
          <a:xfrm>
            <a:off x="11711709" y="63453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rgbClr val="FCBB14"/>
                </a:solidFill>
              </a:rPr>
              <a:t>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EDA1767-5F0B-4E0A-AED1-05B67F7A2D0D}"/>
              </a:ext>
            </a:extLst>
          </p:cNvPr>
          <p:cNvSpPr txBox="1"/>
          <p:nvPr/>
        </p:nvSpPr>
        <p:spPr>
          <a:xfrm>
            <a:off x="1111965" y="2996696"/>
            <a:ext cx="6022111" cy="2253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>
                <a:solidFill>
                  <a:srgbClr val="FF69B4"/>
                </a:solidFill>
                <a:effectLst/>
                <a:latin typeface="HelveticaNeueforSAS" panose="020B0604020202020204" pitchFamily="34" charset="0"/>
              </a:rPr>
              <a:t>Population </a:t>
            </a:r>
            <a:r>
              <a:rPr lang="en-US" sz="2400" b="1" i="0">
                <a:solidFill>
                  <a:schemeClr val="bg1"/>
                </a:solidFill>
                <a:effectLst/>
                <a:latin typeface="HelveticaNeueforSAS" panose="020B0604020202020204" pitchFamily="34" charset="0"/>
              </a:rPr>
              <a:t>:</a:t>
            </a:r>
            <a:r>
              <a:rPr lang="en-US" sz="2400" b="1" i="0">
                <a:solidFill>
                  <a:srgbClr val="FF69B4"/>
                </a:solidFill>
                <a:effectLst/>
                <a:latin typeface="HelveticaNeueforSAS" panose="020B0604020202020204" pitchFamily="34" charset="0"/>
              </a:rPr>
              <a:t> </a:t>
            </a:r>
            <a:r>
              <a:rPr lang="en-US" sz="2400" b="1" i="0">
                <a:solidFill>
                  <a:srgbClr val="FACA44"/>
                </a:solidFill>
                <a:effectLst/>
                <a:latin typeface="HelveticaNeueforSAS" panose="020B0604020202020204" pitchFamily="34" charset="0"/>
              </a:rPr>
              <a:t>9 million</a:t>
            </a:r>
            <a:endParaRPr lang="en-US" sz="2400" b="0" i="0">
              <a:solidFill>
                <a:schemeClr val="bg1"/>
              </a:solidFill>
              <a:effectLst/>
              <a:latin typeface="HelveticaNeueforSAS" panose="020B0604020202020204" pitchFamily="34" charset="0"/>
            </a:endParaRPr>
          </a:p>
          <a:p>
            <a:pPr marL="34290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>
                <a:solidFill>
                  <a:srgbClr val="FF69B4"/>
                </a:solidFill>
                <a:effectLst/>
                <a:latin typeface="HelveticaNeueforSAS" panose="020B0604020202020204" pitchFamily="34" charset="0"/>
              </a:rPr>
              <a:t>Area </a:t>
            </a:r>
            <a:r>
              <a:rPr lang="en-US" sz="2400" b="0" i="0">
                <a:solidFill>
                  <a:schemeClr val="bg1"/>
                </a:solidFill>
                <a:effectLst/>
                <a:latin typeface="HelveticaNeueforSAS" panose="020B0604020202020204" pitchFamily="34" charset="0"/>
              </a:rPr>
              <a:t>:</a:t>
            </a:r>
            <a:r>
              <a:rPr lang="en-US" sz="2400" b="0" i="0">
                <a:solidFill>
                  <a:srgbClr val="FF69B4"/>
                </a:solidFill>
                <a:effectLst/>
                <a:latin typeface="HelveticaNeueforSAS" panose="020B0604020202020204" pitchFamily="34" charset="0"/>
              </a:rPr>
              <a:t> </a:t>
            </a:r>
            <a:r>
              <a:rPr lang="en-US" sz="2400" b="1" i="0">
                <a:solidFill>
                  <a:srgbClr val="FACA44"/>
                </a:solidFill>
                <a:effectLst/>
                <a:latin typeface="HelveticaNeueforSAS" panose="020B0604020202020204" pitchFamily="34" charset="0"/>
              </a:rPr>
              <a:t>1,572</a:t>
            </a:r>
            <a:r>
              <a:rPr lang="en-US" sz="2400" b="0" i="0">
                <a:solidFill>
                  <a:schemeClr val="bg1"/>
                </a:solidFill>
                <a:effectLst/>
                <a:latin typeface="HelveticaNeueforSAS" panose="020B0604020202020204" pitchFamily="34" charset="0"/>
              </a:rPr>
              <a:t> square </a:t>
            </a:r>
            <a:r>
              <a:rPr lang="en-US" sz="2400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km²</a:t>
            </a:r>
            <a:endParaRPr lang="en-US" sz="2400" b="0" i="0">
              <a:solidFill>
                <a:schemeClr val="bg1"/>
              </a:solidFill>
              <a:effectLst/>
              <a:latin typeface="HelveticaNeueforSAS" panose="020B0604020202020204" pitchFamily="34" charset="0"/>
            </a:endParaRPr>
          </a:p>
          <a:p>
            <a:pPr marL="34290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>
                <a:solidFill>
                  <a:srgbClr val="FF69B4"/>
                </a:solidFill>
                <a:effectLst/>
                <a:latin typeface="HelveticaNeueforSAS" panose="020B0604020202020204" pitchFamily="34" charset="0"/>
              </a:rPr>
              <a:t>Economy </a:t>
            </a:r>
            <a:r>
              <a:rPr lang="en-US" sz="2400" b="0" i="0">
                <a:solidFill>
                  <a:schemeClr val="bg1"/>
                </a:solidFill>
                <a:effectLst/>
                <a:latin typeface="HelveticaNeueforSAS" panose="020B0604020202020204" pitchFamily="34" charset="0"/>
              </a:rPr>
              <a:t>:</a:t>
            </a:r>
            <a:r>
              <a:rPr lang="en-US" sz="2400" b="0" i="0">
                <a:solidFill>
                  <a:srgbClr val="FF69B4"/>
                </a:solidFill>
                <a:effectLst/>
                <a:latin typeface="HelveticaNeueforSAS" panose="020B0604020202020204" pitchFamily="34" charset="0"/>
              </a:rPr>
              <a:t> </a:t>
            </a:r>
            <a:r>
              <a:rPr lang="en-US" sz="2400" b="1" i="0">
                <a:solidFill>
                  <a:srgbClr val="FACA44"/>
                </a:solidFill>
                <a:effectLst/>
                <a:latin typeface="HelveticaNeueforSAS" panose="020B0604020202020204" pitchFamily="34" charset="0"/>
              </a:rPr>
              <a:t>63 £ billion </a:t>
            </a:r>
            <a:endParaRPr lang="en-US" sz="2400" b="0" i="0">
              <a:solidFill>
                <a:schemeClr val="bg1"/>
              </a:solidFill>
              <a:effectLst/>
              <a:latin typeface="HelveticaNeueforSAS" panose="020B0604020202020204" pitchFamily="34" charset="0"/>
            </a:endParaRPr>
          </a:p>
          <a:p>
            <a:pPr marL="342900" indent="-3429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>
                <a:solidFill>
                  <a:srgbClr val="FF69B4"/>
                </a:solidFill>
                <a:effectLst/>
                <a:latin typeface="HelveticaNeueforSAS" panose="020B0604020202020204" pitchFamily="34" charset="0"/>
              </a:rPr>
              <a:t>Tourism </a:t>
            </a:r>
            <a:r>
              <a:rPr lang="en-US" sz="2400" b="0" i="0">
                <a:solidFill>
                  <a:schemeClr val="bg1"/>
                </a:solidFill>
                <a:effectLst/>
                <a:latin typeface="HelveticaNeueforSAS" panose="020B0604020202020204" pitchFamily="34" charset="0"/>
              </a:rPr>
              <a:t>:</a:t>
            </a:r>
            <a:r>
              <a:rPr lang="en-US" sz="2400" b="0" i="0">
                <a:solidFill>
                  <a:srgbClr val="FF69B4"/>
                </a:solidFill>
                <a:effectLst/>
                <a:latin typeface="HelveticaNeueforSAS" panose="020B0604020202020204" pitchFamily="34" charset="0"/>
              </a:rPr>
              <a:t> </a:t>
            </a:r>
            <a:r>
              <a:rPr lang="en-US" sz="2400" b="1" i="0">
                <a:solidFill>
                  <a:srgbClr val="FACA44"/>
                </a:solidFill>
                <a:effectLst/>
                <a:latin typeface="HelveticaNeueforSAS" panose="020B0604020202020204" pitchFamily="34" charset="0"/>
              </a:rPr>
              <a:t>30 million </a:t>
            </a:r>
            <a:r>
              <a:rPr lang="en-US" sz="2400" b="0" i="0">
                <a:solidFill>
                  <a:schemeClr val="bg1"/>
                </a:solidFill>
                <a:effectLst/>
                <a:latin typeface="HelveticaNeueforSAS" panose="020B0604020202020204" pitchFamily="34" charset="0"/>
              </a:rPr>
              <a:t>visitors annually</a:t>
            </a:r>
          </a:p>
        </p:txBody>
      </p:sp>
      <p:pic>
        <p:nvPicPr>
          <p:cNvPr id="15" name="Picture 14" descr="United Kingdom map&#10;">
            <a:extLst>
              <a:ext uri="{FF2B5EF4-FFF2-40B4-BE49-F238E27FC236}">
                <a16:creationId xmlns:a16="http://schemas.microsoft.com/office/drawing/2014/main" id="{A554B7BB-4D9C-ACF9-C12F-00EBBCF103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163" y="2127824"/>
            <a:ext cx="3883891" cy="3883891"/>
          </a:xfrm>
          <a:custGeom>
            <a:avLst/>
            <a:gdLst>
              <a:gd name="connsiteX0" fmla="*/ 0 w 3883891"/>
              <a:gd name="connsiteY0" fmla="*/ 0 h 3883891"/>
              <a:gd name="connsiteX1" fmla="*/ 530798 w 3883891"/>
              <a:gd name="connsiteY1" fmla="*/ 0 h 3883891"/>
              <a:gd name="connsiteX2" fmla="*/ 1255791 w 3883891"/>
              <a:gd name="connsiteY2" fmla="*/ 0 h 3883891"/>
              <a:gd name="connsiteX3" fmla="*/ 1941946 w 3883891"/>
              <a:gd name="connsiteY3" fmla="*/ 0 h 3883891"/>
              <a:gd name="connsiteX4" fmla="*/ 2472744 w 3883891"/>
              <a:gd name="connsiteY4" fmla="*/ 0 h 3883891"/>
              <a:gd name="connsiteX5" fmla="*/ 3081220 w 3883891"/>
              <a:gd name="connsiteY5" fmla="*/ 0 h 3883891"/>
              <a:gd name="connsiteX6" fmla="*/ 3883891 w 3883891"/>
              <a:gd name="connsiteY6" fmla="*/ 0 h 3883891"/>
              <a:gd name="connsiteX7" fmla="*/ 3883891 w 3883891"/>
              <a:gd name="connsiteY7" fmla="*/ 647315 h 3883891"/>
              <a:gd name="connsiteX8" fmla="*/ 3883891 w 3883891"/>
              <a:gd name="connsiteY8" fmla="*/ 1216953 h 3883891"/>
              <a:gd name="connsiteX9" fmla="*/ 3883891 w 3883891"/>
              <a:gd name="connsiteY9" fmla="*/ 1747751 h 3883891"/>
              <a:gd name="connsiteX10" fmla="*/ 3883891 w 3883891"/>
              <a:gd name="connsiteY10" fmla="*/ 2317388 h 3883891"/>
              <a:gd name="connsiteX11" fmla="*/ 3883891 w 3883891"/>
              <a:gd name="connsiteY11" fmla="*/ 3003542 h 3883891"/>
              <a:gd name="connsiteX12" fmla="*/ 3883891 w 3883891"/>
              <a:gd name="connsiteY12" fmla="*/ 3883891 h 3883891"/>
              <a:gd name="connsiteX13" fmla="*/ 3353093 w 3883891"/>
              <a:gd name="connsiteY13" fmla="*/ 3883891 h 3883891"/>
              <a:gd name="connsiteX14" fmla="*/ 2822294 w 3883891"/>
              <a:gd name="connsiteY14" fmla="*/ 3883891 h 3883891"/>
              <a:gd name="connsiteX15" fmla="*/ 2136140 w 3883891"/>
              <a:gd name="connsiteY15" fmla="*/ 3883891 h 3883891"/>
              <a:gd name="connsiteX16" fmla="*/ 1605342 w 3883891"/>
              <a:gd name="connsiteY16" fmla="*/ 3883891 h 3883891"/>
              <a:gd name="connsiteX17" fmla="*/ 958026 w 3883891"/>
              <a:gd name="connsiteY17" fmla="*/ 3883891 h 3883891"/>
              <a:gd name="connsiteX18" fmla="*/ 0 w 3883891"/>
              <a:gd name="connsiteY18" fmla="*/ 3883891 h 3883891"/>
              <a:gd name="connsiteX19" fmla="*/ 0 w 3883891"/>
              <a:gd name="connsiteY19" fmla="*/ 3236576 h 3883891"/>
              <a:gd name="connsiteX20" fmla="*/ 0 w 3883891"/>
              <a:gd name="connsiteY20" fmla="*/ 2589261 h 3883891"/>
              <a:gd name="connsiteX21" fmla="*/ 0 w 3883891"/>
              <a:gd name="connsiteY21" fmla="*/ 1864268 h 3883891"/>
              <a:gd name="connsiteX22" fmla="*/ 0 w 3883891"/>
              <a:gd name="connsiteY22" fmla="*/ 1255791 h 3883891"/>
              <a:gd name="connsiteX23" fmla="*/ 0 w 3883891"/>
              <a:gd name="connsiteY23" fmla="*/ 647315 h 3883891"/>
              <a:gd name="connsiteX24" fmla="*/ 0 w 3883891"/>
              <a:gd name="connsiteY24" fmla="*/ 0 h 388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883891" h="3883891" fill="none" extrusionOk="0">
                <a:moveTo>
                  <a:pt x="0" y="0"/>
                </a:moveTo>
                <a:cubicBezTo>
                  <a:pt x="145480" y="-12975"/>
                  <a:pt x="422690" y="-26398"/>
                  <a:pt x="530798" y="0"/>
                </a:cubicBezTo>
                <a:cubicBezTo>
                  <a:pt x="638906" y="26398"/>
                  <a:pt x="1024538" y="24549"/>
                  <a:pt x="1255791" y="0"/>
                </a:cubicBezTo>
                <a:cubicBezTo>
                  <a:pt x="1487044" y="-24549"/>
                  <a:pt x="1802285" y="-19525"/>
                  <a:pt x="1941946" y="0"/>
                </a:cubicBezTo>
                <a:cubicBezTo>
                  <a:pt x="2081607" y="19525"/>
                  <a:pt x="2298796" y="14181"/>
                  <a:pt x="2472744" y="0"/>
                </a:cubicBezTo>
                <a:cubicBezTo>
                  <a:pt x="2646692" y="-14181"/>
                  <a:pt x="2794733" y="24491"/>
                  <a:pt x="3081220" y="0"/>
                </a:cubicBezTo>
                <a:cubicBezTo>
                  <a:pt x="3367707" y="-24491"/>
                  <a:pt x="3704777" y="-19152"/>
                  <a:pt x="3883891" y="0"/>
                </a:cubicBezTo>
                <a:cubicBezTo>
                  <a:pt x="3876849" y="308760"/>
                  <a:pt x="3890330" y="434945"/>
                  <a:pt x="3883891" y="647315"/>
                </a:cubicBezTo>
                <a:cubicBezTo>
                  <a:pt x="3877452" y="859686"/>
                  <a:pt x="3859030" y="1033758"/>
                  <a:pt x="3883891" y="1216953"/>
                </a:cubicBezTo>
                <a:cubicBezTo>
                  <a:pt x="3908752" y="1400148"/>
                  <a:pt x="3894797" y="1595673"/>
                  <a:pt x="3883891" y="1747751"/>
                </a:cubicBezTo>
                <a:cubicBezTo>
                  <a:pt x="3872985" y="1899829"/>
                  <a:pt x="3911270" y="2131424"/>
                  <a:pt x="3883891" y="2317388"/>
                </a:cubicBezTo>
                <a:cubicBezTo>
                  <a:pt x="3856512" y="2503352"/>
                  <a:pt x="3912751" y="2685974"/>
                  <a:pt x="3883891" y="3003542"/>
                </a:cubicBezTo>
                <a:cubicBezTo>
                  <a:pt x="3855031" y="3321110"/>
                  <a:pt x="3906262" y="3569141"/>
                  <a:pt x="3883891" y="3883891"/>
                </a:cubicBezTo>
                <a:cubicBezTo>
                  <a:pt x="3768307" y="3905090"/>
                  <a:pt x="3479377" y="3902761"/>
                  <a:pt x="3353093" y="3883891"/>
                </a:cubicBezTo>
                <a:cubicBezTo>
                  <a:pt x="3226809" y="3865021"/>
                  <a:pt x="3078548" y="3903423"/>
                  <a:pt x="2822294" y="3883891"/>
                </a:cubicBezTo>
                <a:cubicBezTo>
                  <a:pt x="2566040" y="3864359"/>
                  <a:pt x="2435016" y="3875851"/>
                  <a:pt x="2136140" y="3883891"/>
                </a:cubicBezTo>
                <a:cubicBezTo>
                  <a:pt x="1837264" y="3891931"/>
                  <a:pt x="1866315" y="3886934"/>
                  <a:pt x="1605342" y="3883891"/>
                </a:cubicBezTo>
                <a:cubicBezTo>
                  <a:pt x="1344369" y="3880848"/>
                  <a:pt x="1187687" y="3906156"/>
                  <a:pt x="958026" y="3883891"/>
                </a:cubicBezTo>
                <a:cubicBezTo>
                  <a:pt x="728365" y="3861626"/>
                  <a:pt x="457796" y="3858087"/>
                  <a:pt x="0" y="3883891"/>
                </a:cubicBezTo>
                <a:cubicBezTo>
                  <a:pt x="12331" y="3594189"/>
                  <a:pt x="25629" y="3386327"/>
                  <a:pt x="0" y="3236576"/>
                </a:cubicBezTo>
                <a:cubicBezTo>
                  <a:pt x="-25629" y="3086826"/>
                  <a:pt x="106" y="2801006"/>
                  <a:pt x="0" y="2589261"/>
                </a:cubicBezTo>
                <a:cubicBezTo>
                  <a:pt x="-106" y="2377516"/>
                  <a:pt x="21269" y="2123225"/>
                  <a:pt x="0" y="1864268"/>
                </a:cubicBezTo>
                <a:cubicBezTo>
                  <a:pt x="-21269" y="1605311"/>
                  <a:pt x="-11578" y="1417716"/>
                  <a:pt x="0" y="1255791"/>
                </a:cubicBezTo>
                <a:cubicBezTo>
                  <a:pt x="11578" y="1093866"/>
                  <a:pt x="25639" y="884627"/>
                  <a:pt x="0" y="647315"/>
                </a:cubicBezTo>
                <a:cubicBezTo>
                  <a:pt x="-25639" y="410003"/>
                  <a:pt x="-7636" y="130055"/>
                  <a:pt x="0" y="0"/>
                </a:cubicBezTo>
                <a:close/>
              </a:path>
              <a:path w="3883891" h="3883891" stroke="0" extrusionOk="0">
                <a:moveTo>
                  <a:pt x="0" y="0"/>
                </a:moveTo>
                <a:cubicBezTo>
                  <a:pt x="183467" y="-1307"/>
                  <a:pt x="399463" y="14470"/>
                  <a:pt x="608476" y="0"/>
                </a:cubicBezTo>
                <a:cubicBezTo>
                  <a:pt x="817489" y="-14470"/>
                  <a:pt x="999348" y="20144"/>
                  <a:pt x="1139275" y="0"/>
                </a:cubicBezTo>
                <a:cubicBezTo>
                  <a:pt x="1279202" y="-20144"/>
                  <a:pt x="1677412" y="-550"/>
                  <a:pt x="1864268" y="0"/>
                </a:cubicBezTo>
                <a:cubicBezTo>
                  <a:pt x="2051124" y="550"/>
                  <a:pt x="2327064" y="11059"/>
                  <a:pt x="2472744" y="0"/>
                </a:cubicBezTo>
                <a:cubicBezTo>
                  <a:pt x="2618424" y="-11059"/>
                  <a:pt x="2821941" y="30199"/>
                  <a:pt x="3081220" y="0"/>
                </a:cubicBezTo>
                <a:cubicBezTo>
                  <a:pt x="3340499" y="-30199"/>
                  <a:pt x="3531821" y="13386"/>
                  <a:pt x="3883891" y="0"/>
                </a:cubicBezTo>
                <a:cubicBezTo>
                  <a:pt x="3905529" y="230651"/>
                  <a:pt x="3879625" y="408441"/>
                  <a:pt x="3883891" y="569637"/>
                </a:cubicBezTo>
                <a:cubicBezTo>
                  <a:pt x="3888157" y="730833"/>
                  <a:pt x="3911019" y="953064"/>
                  <a:pt x="3883891" y="1216953"/>
                </a:cubicBezTo>
                <a:cubicBezTo>
                  <a:pt x="3856763" y="1480842"/>
                  <a:pt x="3874728" y="1648049"/>
                  <a:pt x="3883891" y="1786590"/>
                </a:cubicBezTo>
                <a:cubicBezTo>
                  <a:pt x="3893054" y="1925131"/>
                  <a:pt x="3866912" y="2232893"/>
                  <a:pt x="3883891" y="2356227"/>
                </a:cubicBezTo>
                <a:cubicBezTo>
                  <a:pt x="3900870" y="2479561"/>
                  <a:pt x="3888996" y="2840889"/>
                  <a:pt x="3883891" y="3003542"/>
                </a:cubicBezTo>
                <a:cubicBezTo>
                  <a:pt x="3878786" y="3166195"/>
                  <a:pt x="3860673" y="3560044"/>
                  <a:pt x="3883891" y="3883891"/>
                </a:cubicBezTo>
                <a:cubicBezTo>
                  <a:pt x="3699804" y="3887833"/>
                  <a:pt x="3536909" y="3909476"/>
                  <a:pt x="3353093" y="3883891"/>
                </a:cubicBezTo>
                <a:cubicBezTo>
                  <a:pt x="3169277" y="3858306"/>
                  <a:pt x="2893688" y="3912922"/>
                  <a:pt x="2628100" y="3883891"/>
                </a:cubicBezTo>
                <a:cubicBezTo>
                  <a:pt x="2362512" y="3854860"/>
                  <a:pt x="2228272" y="3860750"/>
                  <a:pt x="2058462" y="3883891"/>
                </a:cubicBezTo>
                <a:cubicBezTo>
                  <a:pt x="1888652" y="3907032"/>
                  <a:pt x="1596394" y="3885272"/>
                  <a:pt x="1411147" y="3883891"/>
                </a:cubicBezTo>
                <a:cubicBezTo>
                  <a:pt x="1225901" y="3882510"/>
                  <a:pt x="1038214" y="3889052"/>
                  <a:pt x="686154" y="3883891"/>
                </a:cubicBezTo>
                <a:cubicBezTo>
                  <a:pt x="334094" y="3878730"/>
                  <a:pt x="138839" y="3873643"/>
                  <a:pt x="0" y="3883891"/>
                </a:cubicBezTo>
                <a:cubicBezTo>
                  <a:pt x="19731" y="3671426"/>
                  <a:pt x="-4998" y="3586640"/>
                  <a:pt x="0" y="3353093"/>
                </a:cubicBezTo>
                <a:cubicBezTo>
                  <a:pt x="4998" y="3119546"/>
                  <a:pt x="-19363" y="3044491"/>
                  <a:pt x="0" y="2783455"/>
                </a:cubicBezTo>
                <a:cubicBezTo>
                  <a:pt x="19363" y="2522419"/>
                  <a:pt x="7389" y="2402997"/>
                  <a:pt x="0" y="2174979"/>
                </a:cubicBezTo>
                <a:cubicBezTo>
                  <a:pt x="-7389" y="1946961"/>
                  <a:pt x="13827" y="1636508"/>
                  <a:pt x="0" y="1449986"/>
                </a:cubicBezTo>
                <a:cubicBezTo>
                  <a:pt x="-13827" y="1263464"/>
                  <a:pt x="-17659" y="982928"/>
                  <a:pt x="0" y="802671"/>
                </a:cubicBezTo>
                <a:cubicBezTo>
                  <a:pt x="17659" y="622415"/>
                  <a:pt x="-37226" y="339695"/>
                  <a:pt x="0" y="0"/>
                </a:cubicBezTo>
                <a:close/>
              </a:path>
            </a:pathLst>
          </a:custGeom>
          <a:ln w="57150">
            <a:solidFill>
              <a:srgbClr val="FACA44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1D22B6-863C-B827-8DFF-FF2E33C4CA2D}"/>
              </a:ext>
            </a:extLst>
          </p:cNvPr>
          <p:cNvSpPr txBox="1"/>
          <p:nvPr/>
        </p:nvSpPr>
        <p:spPr>
          <a:xfrm>
            <a:off x="7993906" y="6157472"/>
            <a:ext cx="2595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effectLst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United Kingdom map</a:t>
            </a:r>
          </a:p>
        </p:txBody>
      </p:sp>
    </p:spTree>
    <p:extLst>
      <p:ext uri="{BB962C8B-B14F-4D97-AF65-F5344CB8AC3E}">
        <p14:creationId xmlns:p14="http://schemas.microsoft.com/office/powerpoint/2010/main" val="872951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51CC1-CEBE-48CF-B174-807485D0A769}"/>
              </a:ext>
            </a:extLst>
          </p:cNvPr>
          <p:cNvSpPr/>
          <p:nvPr/>
        </p:nvSpPr>
        <p:spPr>
          <a:xfrm>
            <a:off x="0" y="0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98FA7-29E9-4E8A-8493-DB5D84709C2B}"/>
              </a:ext>
            </a:extLst>
          </p:cNvPr>
          <p:cNvSpPr/>
          <p:nvPr/>
        </p:nvSpPr>
        <p:spPr>
          <a:xfrm>
            <a:off x="424872" y="277091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1899D8F-AFF0-44B1-9C77-FD0859565D50}"/>
              </a:ext>
            </a:extLst>
          </p:cNvPr>
          <p:cNvSpPr txBox="1"/>
          <p:nvPr/>
        </p:nvSpPr>
        <p:spPr>
          <a:xfrm>
            <a:off x="796391" y="312119"/>
            <a:ext cx="46595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dirty="0" err="1">
                <a:solidFill>
                  <a:srgbClr val="170B0B"/>
                </a:solidFill>
                <a:latin typeface="HelveticaNeueforSAS Light"/>
              </a:rPr>
              <a:t>Context</a:t>
            </a:r>
            <a:r>
              <a:rPr lang="fr-FR" sz="2000" b="1" dirty="0">
                <a:solidFill>
                  <a:srgbClr val="170B0B"/>
                </a:solidFill>
                <a:latin typeface="HelveticaNeueforSAS Light"/>
              </a:rPr>
              <a:t> </a:t>
            </a:r>
            <a:endParaRPr lang="fr-FR" sz="3200" b="1" dirty="0">
              <a:solidFill>
                <a:srgbClr val="FCBB14"/>
              </a:solidFill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Geographical</a:t>
            </a:r>
            <a:r>
              <a:rPr lang="fr-FR" b="1" dirty="0">
                <a:latin typeface="HelveticaNeueforSAS Light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2000" b="1" u="sng" dirty="0">
                <a:solidFill>
                  <a:srgbClr val="E24F9B"/>
                </a:solidFill>
                <a:latin typeface="HelveticaNeueforSAS Light"/>
              </a:rPr>
              <a:t>Human data </a:t>
            </a:r>
            <a:r>
              <a:rPr lang="fr-FR" b="1" u="sng" dirty="0">
                <a:solidFill>
                  <a:srgbClr val="E24F9B"/>
                </a:solidFill>
                <a:latin typeface="HelveticaNeueforSAS Light"/>
              </a:rPr>
              <a:t>&amp; Economy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Itinerary</a:t>
            </a:r>
            <a:r>
              <a:rPr lang="fr-FR" b="1" dirty="0">
                <a:latin typeface="HelveticaNeueforSAS Light"/>
              </a:rPr>
              <a:t> </a:t>
            </a:r>
            <a:r>
              <a:rPr lang="fr-FR" b="1" dirty="0" err="1">
                <a:latin typeface="HelveticaNeueforSAS Light"/>
              </a:rPr>
              <a:t>overview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Athletes</a:t>
            </a:r>
            <a:r>
              <a:rPr lang="fr-FR" b="1" dirty="0">
                <a:latin typeface="HelveticaNeueforSAS Light"/>
              </a:rPr>
              <a:t> &amp; </a:t>
            </a:r>
            <a:r>
              <a:rPr lang="fr-FR" b="1" dirty="0" err="1">
                <a:latin typeface="HelveticaNeueforSAS Light"/>
              </a:rPr>
              <a:t>visitors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b="1" dirty="0">
              <a:latin typeface="HelveticaNeueforSAS Light" panose="020B0403020202020204" pitchFamily="34" charset="0"/>
            </a:endParaRPr>
          </a:p>
          <a:p>
            <a:endParaRPr lang="fr-FR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59913-C621-44E8-BED7-694DB61155F9}"/>
              </a:ext>
            </a:extLst>
          </p:cNvPr>
          <p:cNvSpPr/>
          <p:nvPr/>
        </p:nvSpPr>
        <p:spPr>
          <a:xfrm>
            <a:off x="6337581" y="317856"/>
            <a:ext cx="5394035" cy="147435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utoShape 4" descr="England population density map">
            <a:extLst>
              <a:ext uri="{FF2B5EF4-FFF2-40B4-BE49-F238E27FC236}">
                <a16:creationId xmlns:a16="http://schemas.microsoft.com/office/drawing/2014/main" id="{04E48B29-F955-4254-978D-D94C7FB01F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75684" y="2293607"/>
            <a:ext cx="35814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D61EAF6-B5B4-8931-4B09-8035CC4F9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660" y="2098753"/>
            <a:ext cx="3193876" cy="4027112"/>
          </a:xfrm>
          <a:custGeom>
            <a:avLst/>
            <a:gdLst>
              <a:gd name="connsiteX0" fmla="*/ 0 w 3193876"/>
              <a:gd name="connsiteY0" fmla="*/ 0 h 4027112"/>
              <a:gd name="connsiteX1" fmla="*/ 574898 w 3193876"/>
              <a:gd name="connsiteY1" fmla="*/ 0 h 4027112"/>
              <a:gd name="connsiteX2" fmla="*/ 1277550 w 3193876"/>
              <a:gd name="connsiteY2" fmla="*/ 0 h 4027112"/>
              <a:gd name="connsiteX3" fmla="*/ 1980203 w 3193876"/>
              <a:gd name="connsiteY3" fmla="*/ 0 h 4027112"/>
              <a:gd name="connsiteX4" fmla="*/ 3193876 w 3193876"/>
              <a:gd name="connsiteY4" fmla="*/ 0 h 4027112"/>
              <a:gd name="connsiteX5" fmla="*/ 3193876 w 3193876"/>
              <a:gd name="connsiteY5" fmla="*/ 590643 h 4027112"/>
              <a:gd name="connsiteX6" fmla="*/ 3193876 w 3193876"/>
              <a:gd name="connsiteY6" fmla="*/ 1302100 h 4027112"/>
              <a:gd name="connsiteX7" fmla="*/ 3193876 w 3193876"/>
              <a:gd name="connsiteY7" fmla="*/ 2013556 h 4027112"/>
              <a:gd name="connsiteX8" fmla="*/ 3193876 w 3193876"/>
              <a:gd name="connsiteY8" fmla="*/ 2765284 h 4027112"/>
              <a:gd name="connsiteX9" fmla="*/ 3193876 w 3193876"/>
              <a:gd name="connsiteY9" fmla="*/ 3436469 h 4027112"/>
              <a:gd name="connsiteX10" fmla="*/ 3193876 w 3193876"/>
              <a:gd name="connsiteY10" fmla="*/ 4027112 h 4027112"/>
              <a:gd name="connsiteX11" fmla="*/ 2618978 w 3193876"/>
              <a:gd name="connsiteY11" fmla="*/ 4027112 h 4027112"/>
              <a:gd name="connsiteX12" fmla="*/ 1948264 w 3193876"/>
              <a:gd name="connsiteY12" fmla="*/ 4027112 h 4027112"/>
              <a:gd name="connsiteX13" fmla="*/ 1245612 w 3193876"/>
              <a:gd name="connsiteY13" fmla="*/ 4027112 h 4027112"/>
              <a:gd name="connsiteX14" fmla="*/ 670714 w 3193876"/>
              <a:gd name="connsiteY14" fmla="*/ 4027112 h 4027112"/>
              <a:gd name="connsiteX15" fmla="*/ 0 w 3193876"/>
              <a:gd name="connsiteY15" fmla="*/ 4027112 h 4027112"/>
              <a:gd name="connsiteX16" fmla="*/ 0 w 3193876"/>
              <a:gd name="connsiteY16" fmla="*/ 3476740 h 4027112"/>
              <a:gd name="connsiteX17" fmla="*/ 0 w 3193876"/>
              <a:gd name="connsiteY17" fmla="*/ 2845826 h 4027112"/>
              <a:gd name="connsiteX18" fmla="*/ 0 w 3193876"/>
              <a:gd name="connsiteY18" fmla="*/ 2295454 h 4027112"/>
              <a:gd name="connsiteX19" fmla="*/ 0 w 3193876"/>
              <a:gd name="connsiteY19" fmla="*/ 1704811 h 4027112"/>
              <a:gd name="connsiteX20" fmla="*/ 0 w 3193876"/>
              <a:gd name="connsiteY20" fmla="*/ 953083 h 4027112"/>
              <a:gd name="connsiteX21" fmla="*/ 0 w 3193876"/>
              <a:gd name="connsiteY21" fmla="*/ 0 h 4027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193876" h="4027112" fill="none" extrusionOk="0">
                <a:moveTo>
                  <a:pt x="0" y="0"/>
                </a:moveTo>
                <a:cubicBezTo>
                  <a:pt x="209151" y="-16126"/>
                  <a:pt x="337705" y="-23727"/>
                  <a:pt x="574898" y="0"/>
                </a:cubicBezTo>
                <a:cubicBezTo>
                  <a:pt x="812091" y="23727"/>
                  <a:pt x="955433" y="5583"/>
                  <a:pt x="1277550" y="0"/>
                </a:cubicBezTo>
                <a:cubicBezTo>
                  <a:pt x="1599667" y="-5583"/>
                  <a:pt x="1823606" y="2763"/>
                  <a:pt x="1980203" y="0"/>
                </a:cubicBezTo>
                <a:cubicBezTo>
                  <a:pt x="2136800" y="-2763"/>
                  <a:pt x="2805584" y="-26531"/>
                  <a:pt x="3193876" y="0"/>
                </a:cubicBezTo>
                <a:cubicBezTo>
                  <a:pt x="3192740" y="277186"/>
                  <a:pt x="3180588" y="325503"/>
                  <a:pt x="3193876" y="590643"/>
                </a:cubicBezTo>
                <a:cubicBezTo>
                  <a:pt x="3207164" y="855783"/>
                  <a:pt x="3164260" y="1121733"/>
                  <a:pt x="3193876" y="1302100"/>
                </a:cubicBezTo>
                <a:cubicBezTo>
                  <a:pt x="3223492" y="1482467"/>
                  <a:pt x="3211725" y="1752873"/>
                  <a:pt x="3193876" y="2013556"/>
                </a:cubicBezTo>
                <a:cubicBezTo>
                  <a:pt x="3176027" y="2274239"/>
                  <a:pt x="3229578" y="2477457"/>
                  <a:pt x="3193876" y="2765284"/>
                </a:cubicBezTo>
                <a:cubicBezTo>
                  <a:pt x="3158174" y="3053111"/>
                  <a:pt x="3172075" y="3235350"/>
                  <a:pt x="3193876" y="3436469"/>
                </a:cubicBezTo>
                <a:cubicBezTo>
                  <a:pt x="3215677" y="3637589"/>
                  <a:pt x="3211734" y="3863430"/>
                  <a:pt x="3193876" y="4027112"/>
                </a:cubicBezTo>
                <a:cubicBezTo>
                  <a:pt x="3039355" y="4043001"/>
                  <a:pt x="2876783" y="4054030"/>
                  <a:pt x="2618978" y="4027112"/>
                </a:cubicBezTo>
                <a:cubicBezTo>
                  <a:pt x="2361173" y="4000194"/>
                  <a:pt x="2112073" y="4004489"/>
                  <a:pt x="1948264" y="4027112"/>
                </a:cubicBezTo>
                <a:cubicBezTo>
                  <a:pt x="1784455" y="4049735"/>
                  <a:pt x="1408059" y="4047193"/>
                  <a:pt x="1245612" y="4027112"/>
                </a:cubicBezTo>
                <a:cubicBezTo>
                  <a:pt x="1083165" y="4007031"/>
                  <a:pt x="809126" y="4025305"/>
                  <a:pt x="670714" y="4027112"/>
                </a:cubicBezTo>
                <a:cubicBezTo>
                  <a:pt x="532302" y="4028919"/>
                  <a:pt x="331521" y="4008666"/>
                  <a:pt x="0" y="4027112"/>
                </a:cubicBezTo>
                <a:cubicBezTo>
                  <a:pt x="-8425" y="3865705"/>
                  <a:pt x="-14735" y="3611738"/>
                  <a:pt x="0" y="3476740"/>
                </a:cubicBezTo>
                <a:cubicBezTo>
                  <a:pt x="14735" y="3341742"/>
                  <a:pt x="-18337" y="3100960"/>
                  <a:pt x="0" y="2845826"/>
                </a:cubicBezTo>
                <a:cubicBezTo>
                  <a:pt x="18337" y="2590692"/>
                  <a:pt x="-1668" y="2550288"/>
                  <a:pt x="0" y="2295454"/>
                </a:cubicBezTo>
                <a:cubicBezTo>
                  <a:pt x="1668" y="2040620"/>
                  <a:pt x="3431" y="1827249"/>
                  <a:pt x="0" y="1704811"/>
                </a:cubicBezTo>
                <a:cubicBezTo>
                  <a:pt x="-3431" y="1582373"/>
                  <a:pt x="26227" y="1193768"/>
                  <a:pt x="0" y="953083"/>
                </a:cubicBezTo>
                <a:cubicBezTo>
                  <a:pt x="-26227" y="712398"/>
                  <a:pt x="35358" y="475579"/>
                  <a:pt x="0" y="0"/>
                </a:cubicBezTo>
                <a:close/>
              </a:path>
              <a:path w="3193876" h="4027112" stroke="0" extrusionOk="0">
                <a:moveTo>
                  <a:pt x="0" y="0"/>
                </a:moveTo>
                <a:cubicBezTo>
                  <a:pt x="331450" y="34956"/>
                  <a:pt x="471595" y="16248"/>
                  <a:pt x="702653" y="0"/>
                </a:cubicBezTo>
                <a:cubicBezTo>
                  <a:pt x="933711" y="-16248"/>
                  <a:pt x="1144497" y="-26596"/>
                  <a:pt x="1405305" y="0"/>
                </a:cubicBezTo>
                <a:cubicBezTo>
                  <a:pt x="1666113" y="26596"/>
                  <a:pt x="1785215" y="30742"/>
                  <a:pt x="2107958" y="0"/>
                </a:cubicBezTo>
                <a:cubicBezTo>
                  <a:pt x="2430701" y="-30742"/>
                  <a:pt x="2831954" y="-44311"/>
                  <a:pt x="3193876" y="0"/>
                </a:cubicBezTo>
                <a:cubicBezTo>
                  <a:pt x="3191279" y="121682"/>
                  <a:pt x="3217955" y="419071"/>
                  <a:pt x="3193876" y="590643"/>
                </a:cubicBezTo>
                <a:cubicBezTo>
                  <a:pt x="3169797" y="762215"/>
                  <a:pt x="3197120" y="942883"/>
                  <a:pt x="3193876" y="1181286"/>
                </a:cubicBezTo>
                <a:cubicBezTo>
                  <a:pt x="3190632" y="1419689"/>
                  <a:pt x="3221274" y="1596901"/>
                  <a:pt x="3193876" y="1933014"/>
                </a:cubicBezTo>
                <a:cubicBezTo>
                  <a:pt x="3166478" y="2269127"/>
                  <a:pt x="3194841" y="2410364"/>
                  <a:pt x="3193876" y="2684741"/>
                </a:cubicBezTo>
                <a:cubicBezTo>
                  <a:pt x="3192911" y="2959118"/>
                  <a:pt x="3170351" y="3047126"/>
                  <a:pt x="3193876" y="3235113"/>
                </a:cubicBezTo>
                <a:cubicBezTo>
                  <a:pt x="3217401" y="3423100"/>
                  <a:pt x="3172081" y="3824843"/>
                  <a:pt x="3193876" y="4027112"/>
                </a:cubicBezTo>
                <a:cubicBezTo>
                  <a:pt x="3018997" y="4052493"/>
                  <a:pt x="2768652" y="4037754"/>
                  <a:pt x="2555101" y="4027112"/>
                </a:cubicBezTo>
                <a:cubicBezTo>
                  <a:pt x="2341551" y="4016470"/>
                  <a:pt x="1994927" y="4019654"/>
                  <a:pt x="1852448" y="4027112"/>
                </a:cubicBezTo>
                <a:cubicBezTo>
                  <a:pt x="1709969" y="4034570"/>
                  <a:pt x="1553030" y="4005611"/>
                  <a:pt x="1309489" y="4027112"/>
                </a:cubicBezTo>
                <a:cubicBezTo>
                  <a:pt x="1065948" y="4048613"/>
                  <a:pt x="949762" y="4040857"/>
                  <a:pt x="702653" y="4027112"/>
                </a:cubicBezTo>
                <a:cubicBezTo>
                  <a:pt x="455544" y="4013367"/>
                  <a:pt x="145534" y="3995649"/>
                  <a:pt x="0" y="4027112"/>
                </a:cubicBezTo>
                <a:cubicBezTo>
                  <a:pt x="-11357" y="3744494"/>
                  <a:pt x="-24332" y="3711315"/>
                  <a:pt x="0" y="3436469"/>
                </a:cubicBezTo>
                <a:cubicBezTo>
                  <a:pt x="24332" y="3161623"/>
                  <a:pt x="-14257" y="3083078"/>
                  <a:pt x="0" y="2805555"/>
                </a:cubicBezTo>
                <a:cubicBezTo>
                  <a:pt x="14257" y="2528032"/>
                  <a:pt x="-27102" y="2323854"/>
                  <a:pt x="0" y="2134369"/>
                </a:cubicBezTo>
                <a:cubicBezTo>
                  <a:pt x="27102" y="1944884"/>
                  <a:pt x="27692" y="1800405"/>
                  <a:pt x="0" y="1543726"/>
                </a:cubicBezTo>
                <a:cubicBezTo>
                  <a:pt x="-27692" y="1287047"/>
                  <a:pt x="-7047" y="1220858"/>
                  <a:pt x="0" y="953083"/>
                </a:cubicBezTo>
                <a:cubicBezTo>
                  <a:pt x="7047" y="685308"/>
                  <a:pt x="-44233" y="207630"/>
                  <a:pt x="0" y="0"/>
                </a:cubicBezTo>
                <a:close/>
              </a:path>
            </a:pathLst>
          </a:custGeom>
          <a:ln w="57150">
            <a:solidFill>
              <a:srgbClr val="FACA44"/>
            </a:solidFill>
            <a:extLst>
              <a:ext uri="{C807C97D-BFC1-408E-A445-0C87EB9F89A2}">
                <ask:lineSketchStyleProps xmlns:ask="http://schemas.microsoft.com/office/drawing/2018/sketchyshapes" sd="399045738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49509A7-7FD5-EB0E-4C06-6580C4FD2072}"/>
              </a:ext>
            </a:extLst>
          </p:cNvPr>
          <p:cNvSpPr txBox="1"/>
          <p:nvPr/>
        </p:nvSpPr>
        <p:spPr>
          <a:xfrm>
            <a:off x="545566" y="2109007"/>
            <a:ext cx="6745525" cy="39018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HelveticaNeueforSAS Light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rgbClr val="E24F9B"/>
                </a:solidFill>
                <a:latin typeface="HelveticaNeueforSAS Light"/>
                <a:ea typeface="+mn-lt"/>
                <a:cs typeface="+mn-lt"/>
              </a:rPr>
              <a:t>Climate </a:t>
            </a:r>
            <a:r>
              <a:rPr lang="en-US" sz="2400" dirty="0">
                <a:solidFill>
                  <a:srgbClr val="E24F9B"/>
                </a:solidFill>
                <a:latin typeface="HelveticaNeueforSAS Light"/>
                <a:ea typeface="+mn-lt"/>
                <a:cs typeface="+mn-lt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HelveticaNeueforSAS Light"/>
                <a:ea typeface="+mn-lt"/>
                <a:cs typeface="+mn-lt"/>
              </a:rPr>
              <a:t> </a:t>
            </a:r>
            <a:r>
              <a:rPr lang="en-US" sz="2400" dirty="0">
                <a:solidFill>
                  <a:srgbClr val="FACA44"/>
                </a:solidFill>
                <a:latin typeface="HelveticaNeueforSAS Light"/>
                <a:ea typeface="+mn-lt"/>
                <a:cs typeface="+mn-lt"/>
              </a:rPr>
              <a:t>Summer</a:t>
            </a:r>
            <a:r>
              <a:rPr lang="en-US" sz="2400" dirty="0">
                <a:solidFill>
                  <a:schemeClr val="bg1"/>
                </a:solidFill>
                <a:latin typeface="HelveticaNeueforSAS Light"/>
                <a:ea typeface="+mn-lt"/>
                <a:cs typeface="+mn-lt"/>
              </a:rPr>
              <a:t> 15-25°C, </a:t>
            </a:r>
            <a:r>
              <a:rPr lang="en-US" sz="2400" dirty="0">
                <a:solidFill>
                  <a:srgbClr val="FACA44"/>
                </a:solidFill>
                <a:latin typeface="HelveticaNeueforSAS Light"/>
                <a:ea typeface="+mn-lt"/>
                <a:cs typeface="+mn-lt"/>
              </a:rPr>
              <a:t>Winter</a:t>
            </a:r>
            <a:r>
              <a:rPr lang="en-US" sz="2400" dirty="0">
                <a:solidFill>
                  <a:schemeClr val="bg1"/>
                </a:solidFill>
                <a:latin typeface="HelveticaNeueforSAS Light"/>
                <a:ea typeface="+mn-lt"/>
                <a:cs typeface="+mn-lt"/>
              </a:rPr>
              <a:t> 2-8°C</a:t>
            </a:r>
            <a:endParaRPr lang="en-US" sz="2400" dirty="0">
              <a:solidFill>
                <a:schemeClr val="bg1"/>
              </a:solidFill>
              <a:latin typeface="HelveticaNeueforSAS Light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rgbClr val="E24F9B"/>
                </a:solidFill>
                <a:latin typeface="HelveticaNeueforSAS Light"/>
                <a:ea typeface="+mn-lt"/>
                <a:cs typeface="+mn-lt"/>
              </a:rPr>
              <a:t>Population </a:t>
            </a:r>
            <a:r>
              <a:rPr lang="en-US" sz="2400" dirty="0">
                <a:solidFill>
                  <a:srgbClr val="E24F9B"/>
                </a:solidFill>
                <a:latin typeface="HelveticaNeueforSAS Light"/>
                <a:ea typeface="+mn-lt"/>
                <a:cs typeface="+mn-lt"/>
              </a:rPr>
              <a:t>: </a:t>
            </a:r>
            <a:r>
              <a:rPr lang="en-US" sz="2400" dirty="0">
                <a:solidFill>
                  <a:srgbClr val="FACA44"/>
                </a:solidFill>
                <a:latin typeface="HelveticaNeueforSAS Light"/>
                <a:ea typeface="+mn-lt"/>
                <a:cs typeface="+mn-lt"/>
              </a:rPr>
              <a:t>8.3 million</a:t>
            </a:r>
            <a:r>
              <a:rPr lang="en-US" sz="2400" dirty="0">
                <a:solidFill>
                  <a:schemeClr val="bg1"/>
                </a:solidFill>
                <a:latin typeface="HelveticaNeueforSAS Light"/>
                <a:ea typeface="+mn-lt"/>
                <a:cs typeface="+mn-lt"/>
              </a:rPr>
              <a:t> </a:t>
            </a:r>
            <a:endParaRPr lang="en-US" sz="2400" dirty="0">
              <a:solidFill>
                <a:schemeClr val="bg1"/>
              </a:solidFill>
              <a:latin typeface="HelveticaNeueforSAS Light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rgbClr val="E24F9B"/>
                </a:solidFill>
                <a:latin typeface="HelveticaNeueforSAS Light"/>
                <a:ea typeface="+mn-lt"/>
                <a:cs typeface="+mn-lt"/>
              </a:rPr>
              <a:t>River </a:t>
            </a:r>
            <a:r>
              <a:rPr lang="en-US" sz="2400" dirty="0">
                <a:solidFill>
                  <a:srgbClr val="E24F9B"/>
                </a:solidFill>
                <a:latin typeface="HelveticaNeueforSAS Light"/>
                <a:ea typeface="+mn-lt"/>
                <a:cs typeface="+mn-lt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HelveticaNeueforSAS Light"/>
                <a:ea typeface="+mn-lt"/>
                <a:cs typeface="+mn-lt"/>
              </a:rPr>
              <a:t> River Thames, </a:t>
            </a:r>
            <a:r>
              <a:rPr lang="en-US" sz="2400" dirty="0">
                <a:solidFill>
                  <a:srgbClr val="FACA44"/>
                </a:solidFill>
                <a:latin typeface="HelveticaNeueforSAS Light"/>
                <a:ea typeface="+mn-lt"/>
                <a:cs typeface="+mn-lt"/>
              </a:rPr>
              <a:t>346 km</a:t>
            </a:r>
            <a:r>
              <a:rPr lang="en-US" sz="2400" dirty="0">
                <a:solidFill>
                  <a:schemeClr val="bg1"/>
                </a:solidFill>
                <a:latin typeface="HelveticaNeueforSAS Light"/>
                <a:ea typeface="+mn-lt"/>
                <a:cs typeface="+mn-lt"/>
              </a:rPr>
              <a:t> (215 miles)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rgbClr val="E24F9B"/>
                </a:solidFill>
                <a:latin typeface="HelveticaNeueforSAS Light"/>
                <a:ea typeface="+mn-lt"/>
                <a:cs typeface="+mn-lt"/>
              </a:rPr>
              <a:t>Land Use </a:t>
            </a:r>
            <a:r>
              <a:rPr lang="en-US" sz="2400" dirty="0">
                <a:solidFill>
                  <a:srgbClr val="E24F9B"/>
                </a:solidFill>
                <a:latin typeface="HelveticaNeueforSAS Light"/>
                <a:ea typeface="+mn-lt"/>
                <a:cs typeface="+mn-lt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HelveticaNeueforSAS Light"/>
                <a:ea typeface="+mn-lt"/>
                <a:cs typeface="+mn-lt"/>
              </a:rPr>
              <a:t> Mix of residential, commercial, historical and green spaces; </a:t>
            </a:r>
            <a:r>
              <a:rPr lang="en-US" sz="2400" dirty="0">
                <a:solidFill>
                  <a:srgbClr val="FACA44"/>
                </a:solidFill>
                <a:latin typeface="HelveticaNeueforSAS Light"/>
                <a:ea typeface="+mn-lt"/>
                <a:cs typeface="+mn-lt"/>
              </a:rPr>
              <a:t>40% parks and gardens</a:t>
            </a:r>
            <a:endParaRPr lang="en-US" sz="2400" dirty="0">
              <a:solidFill>
                <a:srgbClr val="FACA44"/>
              </a:solidFill>
              <a:latin typeface="HelveticaNeueforSAS Light"/>
              <a:ea typeface="Calibri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359743D-8395-4F34-BE27-62F5371580D1}"/>
              </a:ext>
            </a:extLst>
          </p:cNvPr>
          <p:cNvSpPr txBox="1"/>
          <p:nvPr/>
        </p:nvSpPr>
        <p:spPr>
          <a:xfrm>
            <a:off x="11554691" y="63084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rgbClr val="FCBB14"/>
                </a:solidFill>
              </a:rPr>
              <a:t>3</a:t>
            </a: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9EE07428-E515-74F6-6D78-324A0BC97EFE}"/>
              </a:ext>
            </a:extLst>
          </p:cNvPr>
          <p:cNvSpPr txBox="1"/>
          <p:nvPr/>
        </p:nvSpPr>
        <p:spPr>
          <a:xfrm>
            <a:off x="7019635" y="437139"/>
            <a:ext cx="48398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latin typeface="HelveticaNeueforSAS Light" panose="020B0403020202020204" pitchFamily="34" charset="0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Patrimoine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Évolution &amp; Impacte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EAE13-80DD-4B48-A642-D1B9E3F0D403}"/>
              </a:ext>
            </a:extLst>
          </p:cNvPr>
          <p:cNvSpPr txBox="1"/>
          <p:nvPr/>
        </p:nvSpPr>
        <p:spPr>
          <a:xfrm>
            <a:off x="7832346" y="6320066"/>
            <a:ext cx="2404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Population density map</a:t>
            </a:r>
          </a:p>
        </p:txBody>
      </p:sp>
    </p:spTree>
    <p:extLst>
      <p:ext uri="{BB962C8B-B14F-4D97-AF65-F5344CB8AC3E}">
        <p14:creationId xmlns:p14="http://schemas.microsoft.com/office/powerpoint/2010/main" val="89231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51CC1-CEBE-48CF-B174-807485D0A769}"/>
              </a:ext>
            </a:extLst>
          </p:cNvPr>
          <p:cNvSpPr/>
          <p:nvPr/>
        </p:nvSpPr>
        <p:spPr>
          <a:xfrm>
            <a:off x="0" y="0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98FA7-29E9-4E8A-8493-DB5D84709C2B}"/>
              </a:ext>
            </a:extLst>
          </p:cNvPr>
          <p:cNvSpPr/>
          <p:nvPr/>
        </p:nvSpPr>
        <p:spPr>
          <a:xfrm>
            <a:off x="397163" y="277091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1899D8F-AFF0-44B1-9C77-FD0859565D50}"/>
              </a:ext>
            </a:extLst>
          </p:cNvPr>
          <p:cNvSpPr txBox="1"/>
          <p:nvPr/>
        </p:nvSpPr>
        <p:spPr>
          <a:xfrm>
            <a:off x="1126544" y="305875"/>
            <a:ext cx="4412407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dirty="0" err="1">
                <a:solidFill>
                  <a:srgbClr val="170B0B"/>
                </a:solidFill>
                <a:latin typeface="HelveticaNeueforSAS Light"/>
              </a:rPr>
              <a:t>Context</a:t>
            </a:r>
            <a:r>
              <a:rPr lang="fr-FR" sz="2000" b="1" dirty="0">
                <a:solidFill>
                  <a:srgbClr val="170B0B"/>
                </a:solidFill>
                <a:latin typeface="HelveticaNeueforSAS Light"/>
              </a:rPr>
              <a:t> </a:t>
            </a:r>
            <a:endParaRPr lang="fr-FR" sz="3200" b="1" dirty="0">
              <a:solidFill>
                <a:srgbClr val="FCBB14"/>
              </a:solidFill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Geographical</a:t>
            </a:r>
            <a:r>
              <a:rPr lang="fr-FR" b="1" dirty="0">
                <a:latin typeface="HelveticaNeueforSAS Light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u="sng" dirty="0">
                <a:solidFill>
                  <a:srgbClr val="E24F9B"/>
                </a:solidFill>
                <a:latin typeface="HelveticaNeueforSAS Light"/>
              </a:rPr>
              <a:t>Human data &amp; </a:t>
            </a:r>
            <a:r>
              <a:rPr lang="fr-FR" sz="2000" b="1" u="sng" dirty="0">
                <a:solidFill>
                  <a:srgbClr val="E24F9B"/>
                </a:solidFill>
                <a:latin typeface="HelveticaNeueforSAS Light"/>
              </a:rPr>
              <a:t>Economy</a:t>
            </a:r>
            <a:endParaRPr lang="fr-FR" b="1" u="sng" dirty="0">
              <a:solidFill>
                <a:srgbClr val="E24F9B"/>
              </a:solidFill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Itinerary</a:t>
            </a:r>
            <a:r>
              <a:rPr lang="fr-FR" b="1" dirty="0">
                <a:latin typeface="HelveticaNeueforSAS Light"/>
              </a:rPr>
              <a:t> </a:t>
            </a:r>
            <a:r>
              <a:rPr lang="fr-FR" b="1" dirty="0" err="1">
                <a:latin typeface="HelveticaNeueforSAS Light"/>
              </a:rPr>
              <a:t>overview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2000" b="1" dirty="0" err="1">
                <a:latin typeface="HelveticaNeueforSAS Light"/>
              </a:rPr>
              <a:t>Athletes</a:t>
            </a:r>
            <a:r>
              <a:rPr lang="fr-FR" sz="2000" b="1" dirty="0">
                <a:latin typeface="HelveticaNeueforSAS Light"/>
              </a:rPr>
              <a:t> &amp; </a:t>
            </a:r>
            <a:r>
              <a:rPr lang="fr-FR" sz="2000" b="1" dirty="0" err="1">
                <a:latin typeface="HelveticaNeueforSAS Light"/>
              </a:rPr>
              <a:t>visitors</a:t>
            </a:r>
            <a:endParaRPr lang="fr-FR" sz="2000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b="1" dirty="0">
              <a:latin typeface="HelveticaNeueforSAS Light" panose="020B0403020202020204" pitchFamily="34" charset="0"/>
            </a:endParaRPr>
          </a:p>
          <a:p>
            <a:endParaRPr lang="fr-FR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59913-C621-44E8-BED7-694DB61155F9}"/>
              </a:ext>
            </a:extLst>
          </p:cNvPr>
          <p:cNvSpPr/>
          <p:nvPr/>
        </p:nvSpPr>
        <p:spPr>
          <a:xfrm>
            <a:off x="6394258" y="305567"/>
            <a:ext cx="5309369" cy="155902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089D53D-FBB9-4D3F-B935-383D1F681B07}"/>
              </a:ext>
            </a:extLst>
          </p:cNvPr>
          <p:cNvSpPr txBox="1"/>
          <p:nvPr/>
        </p:nvSpPr>
        <p:spPr>
          <a:xfrm>
            <a:off x="11554691" y="63084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rgbClr val="FCBB14"/>
                </a:solidFill>
              </a:rPr>
              <a:t>4</a:t>
            </a:r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34A70AE1-7B7F-C7B8-CF06-9722810F1F0C}"/>
              </a:ext>
            </a:extLst>
          </p:cNvPr>
          <p:cNvSpPr txBox="1"/>
          <p:nvPr/>
        </p:nvSpPr>
        <p:spPr>
          <a:xfrm>
            <a:off x="7019635" y="437139"/>
            <a:ext cx="48398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latin typeface="HelveticaNeueforSAS Light" panose="020B0403020202020204" pitchFamily="34" charset="0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Patrimoine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Évolution &amp; Impacte</a:t>
            </a:r>
          </a:p>
        </p:txBody>
      </p:sp>
      <p:pic>
        <p:nvPicPr>
          <p:cNvPr id="9" name="Picture 8" descr="The Massive Cost Of Hosting The Olympic Games [Infographic]">
            <a:extLst>
              <a:ext uri="{FF2B5EF4-FFF2-40B4-BE49-F238E27FC236}">
                <a16:creationId xmlns:a16="http://schemas.microsoft.com/office/drawing/2014/main" id="{67D3FF09-5B58-1FBD-A6D5-8654C846B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105" y="2441296"/>
            <a:ext cx="5456253" cy="3652883"/>
          </a:xfrm>
          <a:custGeom>
            <a:avLst/>
            <a:gdLst>
              <a:gd name="connsiteX0" fmla="*/ 0 w 5456253"/>
              <a:gd name="connsiteY0" fmla="*/ 0 h 3652883"/>
              <a:gd name="connsiteX1" fmla="*/ 518344 w 5456253"/>
              <a:gd name="connsiteY1" fmla="*/ 0 h 3652883"/>
              <a:gd name="connsiteX2" fmla="*/ 1254938 w 5456253"/>
              <a:gd name="connsiteY2" fmla="*/ 0 h 3652883"/>
              <a:gd name="connsiteX3" fmla="*/ 2046095 w 5456253"/>
              <a:gd name="connsiteY3" fmla="*/ 0 h 3652883"/>
              <a:gd name="connsiteX4" fmla="*/ 2564439 w 5456253"/>
              <a:gd name="connsiteY4" fmla="*/ 0 h 3652883"/>
              <a:gd name="connsiteX5" fmla="*/ 3137345 w 5456253"/>
              <a:gd name="connsiteY5" fmla="*/ 0 h 3652883"/>
              <a:gd name="connsiteX6" fmla="*/ 3655690 w 5456253"/>
              <a:gd name="connsiteY6" fmla="*/ 0 h 3652883"/>
              <a:gd name="connsiteX7" fmla="*/ 4283159 w 5456253"/>
              <a:gd name="connsiteY7" fmla="*/ 0 h 3652883"/>
              <a:gd name="connsiteX8" fmla="*/ 5456253 w 5456253"/>
              <a:gd name="connsiteY8" fmla="*/ 0 h 3652883"/>
              <a:gd name="connsiteX9" fmla="*/ 5456253 w 5456253"/>
              <a:gd name="connsiteY9" fmla="*/ 572285 h 3652883"/>
              <a:gd name="connsiteX10" fmla="*/ 5456253 w 5456253"/>
              <a:gd name="connsiteY10" fmla="*/ 1071512 h 3652883"/>
              <a:gd name="connsiteX11" fmla="*/ 5456253 w 5456253"/>
              <a:gd name="connsiteY11" fmla="*/ 1570740 h 3652883"/>
              <a:gd name="connsiteX12" fmla="*/ 5456253 w 5456253"/>
              <a:gd name="connsiteY12" fmla="*/ 2069967 h 3652883"/>
              <a:gd name="connsiteX13" fmla="*/ 5456253 w 5456253"/>
              <a:gd name="connsiteY13" fmla="*/ 2605723 h 3652883"/>
              <a:gd name="connsiteX14" fmla="*/ 5456253 w 5456253"/>
              <a:gd name="connsiteY14" fmla="*/ 3652883 h 3652883"/>
              <a:gd name="connsiteX15" fmla="*/ 4937909 w 5456253"/>
              <a:gd name="connsiteY15" fmla="*/ 3652883 h 3652883"/>
              <a:gd name="connsiteX16" fmla="*/ 4146752 w 5456253"/>
              <a:gd name="connsiteY16" fmla="*/ 3652883 h 3652883"/>
              <a:gd name="connsiteX17" fmla="*/ 3573846 w 5456253"/>
              <a:gd name="connsiteY17" fmla="*/ 3652883 h 3652883"/>
              <a:gd name="connsiteX18" fmla="*/ 2837252 w 5456253"/>
              <a:gd name="connsiteY18" fmla="*/ 3652883 h 3652883"/>
              <a:gd name="connsiteX19" fmla="*/ 2209782 w 5456253"/>
              <a:gd name="connsiteY19" fmla="*/ 3652883 h 3652883"/>
              <a:gd name="connsiteX20" fmla="*/ 1473188 w 5456253"/>
              <a:gd name="connsiteY20" fmla="*/ 3652883 h 3652883"/>
              <a:gd name="connsiteX21" fmla="*/ 900282 w 5456253"/>
              <a:gd name="connsiteY21" fmla="*/ 3652883 h 3652883"/>
              <a:gd name="connsiteX22" fmla="*/ 0 w 5456253"/>
              <a:gd name="connsiteY22" fmla="*/ 3652883 h 3652883"/>
              <a:gd name="connsiteX23" fmla="*/ 0 w 5456253"/>
              <a:gd name="connsiteY23" fmla="*/ 3117127 h 3652883"/>
              <a:gd name="connsiteX24" fmla="*/ 0 w 5456253"/>
              <a:gd name="connsiteY24" fmla="*/ 2435255 h 3652883"/>
              <a:gd name="connsiteX25" fmla="*/ 0 w 5456253"/>
              <a:gd name="connsiteY25" fmla="*/ 1789913 h 3652883"/>
              <a:gd name="connsiteX26" fmla="*/ 0 w 5456253"/>
              <a:gd name="connsiteY26" fmla="*/ 1217628 h 3652883"/>
              <a:gd name="connsiteX27" fmla="*/ 0 w 5456253"/>
              <a:gd name="connsiteY27" fmla="*/ 645343 h 3652883"/>
              <a:gd name="connsiteX28" fmla="*/ 0 w 5456253"/>
              <a:gd name="connsiteY28" fmla="*/ 0 h 3652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456253" h="3652883" fill="none" extrusionOk="0">
                <a:moveTo>
                  <a:pt x="0" y="0"/>
                </a:moveTo>
                <a:cubicBezTo>
                  <a:pt x="156153" y="15594"/>
                  <a:pt x="284303" y="-10657"/>
                  <a:pt x="518344" y="0"/>
                </a:cubicBezTo>
                <a:cubicBezTo>
                  <a:pt x="752385" y="10657"/>
                  <a:pt x="1085410" y="8314"/>
                  <a:pt x="1254938" y="0"/>
                </a:cubicBezTo>
                <a:cubicBezTo>
                  <a:pt x="1424466" y="-8314"/>
                  <a:pt x="1823210" y="-5114"/>
                  <a:pt x="2046095" y="0"/>
                </a:cubicBezTo>
                <a:cubicBezTo>
                  <a:pt x="2268980" y="5114"/>
                  <a:pt x="2433022" y="-2595"/>
                  <a:pt x="2564439" y="0"/>
                </a:cubicBezTo>
                <a:cubicBezTo>
                  <a:pt x="2695856" y="2595"/>
                  <a:pt x="2990211" y="-56"/>
                  <a:pt x="3137345" y="0"/>
                </a:cubicBezTo>
                <a:cubicBezTo>
                  <a:pt x="3284479" y="56"/>
                  <a:pt x="3405126" y="21444"/>
                  <a:pt x="3655690" y="0"/>
                </a:cubicBezTo>
                <a:cubicBezTo>
                  <a:pt x="3906255" y="-21444"/>
                  <a:pt x="4069288" y="27324"/>
                  <a:pt x="4283159" y="0"/>
                </a:cubicBezTo>
                <a:cubicBezTo>
                  <a:pt x="4497030" y="-27324"/>
                  <a:pt x="4988690" y="-1675"/>
                  <a:pt x="5456253" y="0"/>
                </a:cubicBezTo>
                <a:cubicBezTo>
                  <a:pt x="5466047" y="259446"/>
                  <a:pt x="5454361" y="328006"/>
                  <a:pt x="5456253" y="572285"/>
                </a:cubicBezTo>
                <a:cubicBezTo>
                  <a:pt x="5458145" y="816564"/>
                  <a:pt x="5452422" y="930763"/>
                  <a:pt x="5456253" y="1071512"/>
                </a:cubicBezTo>
                <a:cubicBezTo>
                  <a:pt x="5460084" y="1212261"/>
                  <a:pt x="5466760" y="1422508"/>
                  <a:pt x="5456253" y="1570740"/>
                </a:cubicBezTo>
                <a:cubicBezTo>
                  <a:pt x="5445746" y="1718972"/>
                  <a:pt x="5434351" y="1902808"/>
                  <a:pt x="5456253" y="2069967"/>
                </a:cubicBezTo>
                <a:cubicBezTo>
                  <a:pt x="5478155" y="2237126"/>
                  <a:pt x="5437164" y="2340712"/>
                  <a:pt x="5456253" y="2605723"/>
                </a:cubicBezTo>
                <a:cubicBezTo>
                  <a:pt x="5475342" y="2870734"/>
                  <a:pt x="5477772" y="3218008"/>
                  <a:pt x="5456253" y="3652883"/>
                </a:cubicBezTo>
                <a:cubicBezTo>
                  <a:pt x="5201206" y="3644670"/>
                  <a:pt x="5163692" y="3643068"/>
                  <a:pt x="4937909" y="3652883"/>
                </a:cubicBezTo>
                <a:cubicBezTo>
                  <a:pt x="4712126" y="3662698"/>
                  <a:pt x="4396428" y="3636373"/>
                  <a:pt x="4146752" y="3652883"/>
                </a:cubicBezTo>
                <a:cubicBezTo>
                  <a:pt x="3897076" y="3669393"/>
                  <a:pt x="3824788" y="3671760"/>
                  <a:pt x="3573846" y="3652883"/>
                </a:cubicBezTo>
                <a:cubicBezTo>
                  <a:pt x="3322904" y="3634006"/>
                  <a:pt x="3135823" y="3629113"/>
                  <a:pt x="2837252" y="3652883"/>
                </a:cubicBezTo>
                <a:cubicBezTo>
                  <a:pt x="2538681" y="3676653"/>
                  <a:pt x="2506970" y="3623738"/>
                  <a:pt x="2209782" y="3652883"/>
                </a:cubicBezTo>
                <a:cubicBezTo>
                  <a:pt x="1912594" y="3682029"/>
                  <a:pt x="1805837" y="3640338"/>
                  <a:pt x="1473188" y="3652883"/>
                </a:cubicBezTo>
                <a:cubicBezTo>
                  <a:pt x="1140539" y="3665428"/>
                  <a:pt x="1055540" y="3635445"/>
                  <a:pt x="900282" y="3652883"/>
                </a:cubicBezTo>
                <a:cubicBezTo>
                  <a:pt x="745024" y="3670321"/>
                  <a:pt x="210610" y="3625179"/>
                  <a:pt x="0" y="3652883"/>
                </a:cubicBezTo>
                <a:cubicBezTo>
                  <a:pt x="3921" y="3543000"/>
                  <a:pt x="-5236" y="3270055"/>
                  <a:pt x="0" y="3117127"/>
                </a:cubicBezTo>
                <a:cubicBezTo>
                  <a:pt x="5236" y="2964199"/>
                  <a:pt x="22147" y="2613286"/>
                  <a:pt x="0" y="2435255"/>
                </a:cubicBezTo>
                <a:cubicBezTo>
                  <a:pt x="-22147" y="2257224"/>
                  <a:pt x="26380" y="1980543"/>
                  <a:pt x="0" y="1789913"/>
                </a:cubicBezTo>
                <a:cubicBezTo>
                  <a:pt x="-26380" y="1599283"/>
                  <a:pt x="-8555" y="1421243"/>
                  <a:pt x="0" y="1217628"/>
                </a:cubicBezTo>
                <a:cubicBezTo>
                  <a:pt x="8555" y="1014013"/>
                  <a:pt x="-3222" y="797472"/>
                  <a:pt x="0" y="645343"/>
                </a:cubicBezTo>
                <a:cubicBezTo>
                  <a:pt x="3222" y="493214"/>
                  <a:pt x="21693" y="187130"/>
                  <a:pt x="0" y="0"/>
                </a:cubicBezTo>
                <a:close/>
              </a:path>
              <a:path w="5456253" h="3652883" stroke="0" extrusionOk="0">
                <a:moveTo>
                  <a:pt x="0" y="0"/>
                </a:moveTo>
                <a:cubicBezTo>
                  <a:pt x="249935" y="3332"/>
                  <a:pt x="325886" y="19548"/>
                  <a:pt x="518344" y="0"/>
                </a:cubicBezTo>
                <a:cubicBezTo>
                  <a:pt x="710802" y="-19548"/>
                  <a:pt x="844389" y="20584"/>
                  <a:pt x="1145813" y="0"/>
                </a:cubicBezTo>
                <a:cubicBezTo>
                  <a:pt x="1447237" y="-20584"/>
                  <a:pt x="1456777" y="-23523"/>
                  <a:pt x="1718720" y="0"/>
                </a:cubicBezTo>
                <a:cubicBezTo>
                  <a:pt x="1980663" y="23523"/>
                  <a:pt x="2284344" y="-17843"/>
                  <a:pt x="2455314" y="0"/>
                </a:cubicBezTo>
                <a:cubicBezTo>
                  <a:pt x="2626284" y="17843"/>
                  <a:pt x="2844694" y="-7305"/>
                  <a:pt x="3082783" y="0"/>
                </a:cubicBezTo>
                <a:cubicBezTo>
                  <a:pt x="3320872" y="7305"/>
                  <a:pt x="3423113" y="20914"/>
                  <a:pt x="3710252" y="0"/>
                </a:cubicBezTo>
                <a:cubicBezTo>
                  <a:pt x="3997391" y="-20914"/>
                  <a:pt x="4159556" y="25691"/>
                  <a:pt x="4283159" y="0"/>
                </a:cubicBezTo>
                <a:cubicBezTo>
                  <a:pt x="4406762" y="-25691"/>
                  <a:pt x="4703627" y="-24053"/>
                  <a:pt x="4856065" y="0"/>
                </a:cubicBezTo>
                <a:cubicBezTo>
                  <a:pt x="5008503" y="24053"/>
                  <a:pt x="5244203" y="2291"/>
                  <a:pt x="5456253" y="0"/>
                </a:cubicBezTo>
                <a:cubicBezTo>
                  <a:pt x="5450574" y="210580"/>
                  <a:pt x="5479793" y="353353"/>
                  <a:pt x="5456253" y="681871"/>
                </a:cubicBezTo>
                <a:cubicBezTo>
                  <a:pt x="5432713" y="1010389"/>
                  <a:pt x="5445126" y="1186978"/>
                  <a:pt x="5456253" y="1327214"/>
                </a:cubicBezTo>
                <a:cubicBezTo>
                  <a:pt x="5467380" y="1467450"/>
                  <a:pt x="5439468" y="1601666"/>
                  <a:pt x="5456253" y="1862970"/>
                </a:cubicBezTo>
                <a:cubicBezTo>
                  <a:pt x="5473038" y="2124274"/>
                  <a:pt x="5440023" y="2160865"/>
                  <a:pt x="5456253" y="2362198"/>
                </a:cubicBezTo>
                <a:cubicBezTo>
                  <a:pt x="5472483" y="2563531"/>
                  <a:pt x="5432860" y="2772982"/>
                  <a:pt x="5456253" y="3007540"/>
                </a:cubicBezTo>
                <a:cubicBezTo>
                  <a:pt x="5479646" y="3242098"/>
                  <a:pt x="5487901" y="3504200"/>
                  <a:pt x="5456253" y="3652883"/>
                </a:cubicBezTo>
                <a:cubicBezTo>
                  <a:pt x="5217405" y="3683222"/>
                  <a:pt x="4911494" y="3656196"/>
                  <a:pt x="4665096" y="3652883"/>
                </a:cubicBezTo>
                <a:cubicBezTo>
                  <a:pt x="4418698" y="3649570"/>
                  <a:pt x="4210851" y="3628923"/>
                  <a:pt x="4037627" y="3652883"/>
                </a:cubicBezTo>
                <a:cubicBezTo>
                  <a:pt x="3864403" y="3676843"/>
                  <a:pt x="3717961" y="3634414"/>
                  <a:pt x="3519283" y="3652883"/>
                </a:cubicBezTo>
                <a:cubicBezTo>
                  <a:pt x="3320605" y="3671352"/>
                  <a:pt x="2981044" y="3659672"/>
                  <a:pt x="2728127" y="3652883"/>
                </a:cubicBezTo>
                <a:cubicBezTo>
                  <a:pt x="2475210" y="3646094"/>
                  <a:pt x="2240415" y="3675129"/>
                  <a:pt x="1991532" y="3652883"/>
                </a:cubicBezTo>
                <a:cubicBezTo>
                  <a:pt x="1742650" y="3630637"/>
                  <a:pt x="1524070" y="3665693"/>
                  <a:pt x="1309501" y="3652883"/>
                </a:cubicBezTo>
                <a:cubicBezTo>
                  <a:pt x="1094932" y="3640073"/>
                  <a:pt x="985264" y="3649944"/>
                  <a:pt x="736594" y="3652883"/>
                </a:cubicBezTo>
                <a:cubicBezTo>
                  <a:pt x="487924" y="3655822"/>
                  <a:pt x="233731" y="3617019"/>
                  <a:pt x="0" y="3652883"/>
                </a:cubicBezTo>
                <a:cubicBezTo>
                  <a:pt x="-28275" y="3363575"/>
                  <a:pt x="2466" y="3298787"/>
                  <a:pt x="0" y="3044069"/>
                </a:cubicBezTo>
                <a:cubicBezTo>
                  <a:pt x="-2466" y="2789351"/>
                  <a:pt x="23995" y="2745788"/>
                  <a:pt x="0" y="2544842"/>
                </a:cubicBezTo>
                <a:cubicBezTo>
                  <a:pt x="-23995" y="2343896"/>
                  <a:pt x="-2197" y="2011017"/>
                  <a:pt x="0" y="1862970"/>
                </a:cubicBezTo>
                <a:cubicBezTo>
                  <a:pt x="2197" y="1714923"/>
                  <a:pt x="-6689" y="1473191"/>
                  <a:pt x="0" y="1327214"/>
                </a:cubicBezTo>
                <a:cubicBezTo>
                  <a:pt x="6689" y="1181237"/>
                  <a:pt x="-22684" y="973559"/>
                  <a:pt x="0" y="791458"/>
                </a:cubicBezTo>
                <a:cubicBezTo>
                  <a:pt x="22684" y="609357"/>
                  <a:pt x="11243" y="327959"/>
                  <a:pt x="0" y="0"/>
                </a:cubicBezTo>
                <a:close/>
              </a:path>
            </a:pathLst>
          </a:custGeom>
          <a:ln w="57150">
            <a:solidFill>
              <a:srgbClr val="FACA44"/>
            </a:solidFill>
            <a:extLst>
              <a:ext uri="{C807C97D-BFC1-408E-A445-0C87EB9F89A2}">
                <ask:lineSketchStyleProps xmlns:ask="http://schemas.microsoft.com/office/drawing/2018/sketchyshapes" sd="166812687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A8D785-4613-9C91-93DA-70DBF378D331}"/>
              </a:ext>
            </a:extLst>
          </p:cNvPr>
          <p:cNvSpPr txBox="1"/>
          <p:nvPr/>
        </p:nvSpPr>
        <p:spPr>
          <a:xfrm>
            <a:off x="800659" y="2039257"/>
            <a:ext cx="6117771" cy="44558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E24F9B"/>
                </a:solidFill>
                <a:latin typeface="HelveticaNeueforSAS"/>
              </a:rPr>
              <a:t>JO Cost:</a:t>
            </a:r>
            <a:endParaRPr lang="en-US" sz="2400" b="1" dirty="0">
              <a:solidFill>
                <a:srgbClr val="E24F9B"/>
              </a:solidFill>
              <a:latin typeface="HelveticaNeueforSAS"/>
              <a:cs typeface="Calibri"/>
            </a:endParaRPr>
          </a:p>
          <a:p>
            <a:pPr marL="228600" lvl="1" indent="-228600">
              <a:lnSpc>
                <a:spcPct val="150000"/>
              </a:lnSpc>
              <a:buFont typeface=""/>
              <a:buChar char="•"/>
            </a:pPr>
            <a:r>
              <a:rPr lang="en-US" sz="2400" b="1" dirty="0">
                <a:solidFill>
                  <a:srgbClr val="FACA44"/>
                </a:solidFill>
                <a:latin typeface="HelveticaNeueforSAS"/>
              </a:rPr>
              <a:t>£1bn</a:t>
            </a:r>
            <a:r>
              <a:rPr lang="en-US" sz="2400" b="1" dirty="0">
                <a:solidFill>
                  <a:schemeClr val="bg1"/>
                </a:solidFill>
                <a:latin typeface="HelveticaNeueforSAS"/>
              </a:rPr>
              <a:t> Village</a:t>
            </a:r>
            <a:endParaRPr lang="en-US" sz="2400" b="1" dirty="0">
              <a:solidFill>
                <a:schemeClr val="bg1"/>
              </a:solidFill>
              <a:latin typeface="HelveticaNeueforSAS"/>
              <a:cs typeface="Calibri"/>
            </a:endParaRPr>
          </a:p>
          <a:p>
            <a:pPr marL="228600" lvl="1" indent="-228600">
              <a:lnSpc>
                <a:spcPct val="150000"/>
              </a:lnSpc>
              <a:buFont typeface=""/>
              <a:buChar char="•"/>
            </a:pPr>
            <a:r>
              <a:rPr lang="en-US" sz="2400" b="1" dirty="0">
                <a:solidFill>
                  <a:srgbClr val="FACA44"/>
                </a:solidFill>
                <a:latin typeface="HelveticaNeueforSAS"/>
              </a:rPr>
              <a:t>£27m</a:t>
            </a:r>
            <a:r>
              <a:rPr lang="en-US" sz="2400" b="1" dirty="0">
                <a:solidFill>
                  <a:schemeClr val="bg1"/>
                </a:solidFill>
                <a:latin typeface="HelveticaNeueforSAS"/>
              </a:rPr>
              <a:t> Opening ceremony </a:t>
            </a:r>
            <a:endParaRPr lang="en-US" sz="2400" b="1" dirty="0">
              <a:solidFill>
                <a:schemeClr val="bg1"/>
              </a:solidFill>
              <a:latin typeface="HelveticaNeueforSAS"/>
              <a:cs typeface="Calibri"/>
            </a:endParaRPr>
          </a:p>
          <a:p>
            <a:pPr marL="228600" lvl="1" indent="-228600">
              <a:lnSpc>
                <a:spcPct val="150000"/>
              </a:lnSpc>
              <a:buFont typeface=""/>
              <a:buChar char="•"/>
            </a:pPr>
            <a:r>
              <a:rPr lang="en-US" sz="2400" b="1" dirty="0">
                <a:solidFill>
                  <a:srgbClr val="FACA44"/>
                </a:solidFill>
                <a:latin typeface="HelveticaNeueforSAS"/>
              </a:rPr>
              <a:t>£65m</a:t>
            </a:r>
            <a:r>
              <a:rPr lang="en-US" sz="2400" b="1" dirty="0">
                <a:solidFill>
                  <a:schemeClr val="bg1"/>
                </a:solidFill>
                <a:latin typeface="HelveticaNeueforSAS"/>
              </a:rPr>
              <a:t> Zhang Yimou </a:t>
            </a:r>
            <a:endParaRPr lang="en-US" sz="2400" b="1" dirty="0">
              <a:solidFill>
                <a:schemeClr val="bg1"/>
              </a:solidFill>
              <a:latin typeface="HelveticaNeueforSAS"/>
              <a:cs typeface="Calibri"/>
            </a:endParaRPr>
          </a:p>
          <a:p>
            <a:pPr marL="0" lvl="1">
              <a:lnSpc>
                <a:spcPct val="150000"/>
              </a:lnSpc>
            </a:pPr>
            <a:r>
              <a:rPr lang="en-US" sz="2400" b="1" dirty="0">
                <a:solidFill>
                  <a:srgbClr val="E24F9B"/>
                </a:solidFill>
                <a:latin typeface="HelveticaNeueforSAS"/>
              </a:rPr>
              <a:t>JO Impact:</a:t>
            </a:r>
            <a:endParaRPr lang="en-US" sz="2400" b="1" dirty="0">
              <a:solidFill>
                <a:srgbClr val="E24F9B"/>
              </a:solidFill>
              <a:latin typeface="HelveticaNeueforSAS"/>
              <a:cs typeface="Calibri"/>
            </a:endParaRPr>
          </a:p>
          <a:p>
            <a:pPr marL="228600" lvl="1" indent="-228600">
              <a:lnSpc>
                <a:spcPct val="150000"/>
              </a:lnSpc>
              <a:buFont typeface=""/>
              <a:buChar char="•"/>
            </a:pPr>
            <a:r>
              <a:rPr lang="en-US" sz="2400" b="1" dirty="0">
                <a:solidFill>
                  <a:srgbClr val="FACA44"/>
                </a:solidFill>
                <a:latin typeface="HelveticaNeueforSAS"/>
              </a:rPr>
              <a:t>8.2</a:t>
            </a:r>
            <a:r>
              <a:rPr lang="en-US" sz="2400" b="1" dirty="0">
                <a:solidFill>
                  <a:schemeClr val="bg1"/>
                </a:solidFill>
                <a:latin typeface="HelveticaNeueforSAS"/>
              </a:rPr>
              <a:t> </a:t>
            </a:r>
            <a:r>
              <a:rPr lang="en-US" sz="2400" b="1" dirty="0">
                <a:solidFill>
                  <a:srgbClr val="FACA44"/>
                </a:solidFill>
                <a:latin typeface="HelveticaNeueforSAS"/>
              </a:rPr>
              <a:t>million</a:t>
            </a:r>
            <a:r>
              <a:rPr lang="en-US" sz="2400" b="1" dirty="0">
                <a:solidFill>
                  <a:schemeClr val="bg1"/>
                </a:solidFill>
                <a:latin typeface="HelveticaNeueforSAS"/>
              </a:rPr>
              <a:t> tickets </a:t>
            </a:r>
            <a:endParaRPr lang="en-US" sz="2400" b="1" dirty="0">
              <a:solidFill>
                <a:schemeClr val="bg1"/>
              </a:solidFill>
              <a:latin typeface="HelveticaNeueforSAS"/>
              <a:cs typeface="Calibri"/>
            </a:endParaRPr>
          </a:p>
          <a:p>
            <a:pPr marL="228600" lvl="1" indent="-228600">
              <a:lnSpc>
                <a:spcPct val="150000"/>
              </a:lnSpc>
              <a:buFont typeface=""/>
              <a:buChar char="•"/>
            </a:pPr>
            <a:r>
              <a:rPr lang="en-US" sz="2400" b="1" dirty="0">
                <a:solidFill>
                  <a:srgbClr val="FACA44"/>
                </a:solidFill>
                <a:latin typeface="HelveticaNeueforSAS"/>
              </a:rPr>
              <a:t>2.8 million</a:t>
            </a:r>
            <a:r>
              <a:rPr lang="en-US" sz="2400" b="1" dirty="0">
                <a:solidFill>
                  <a:schemeClr val="bg1"/>
                </a:solidFill>
                <a:latin typeface="HelveticaNeueforSAS"/>
              </a:rPr>
              <a:t> Paralympic tickets </a:t>
            </a:r>
            <a:endParaRPr lang="en-US" sz="2400" b="1" dirty="0">
              <a:solidFill>
                <a:schemeClr val="bg1"/>
              </a:solidFill>
              <a:latin typeface="HelveticaNeueforSAS"/>
              <a:cs typeface="Calibri"/>
            </a:endParaRPr>
          </a:p>
          <a:p>
            <a:pPr marL="228600" lvl="1" indent="-228600">
              <a:lnSpc>
                <a:spcPct val="150000"/>
              </a:lnSpc>
              <a:buFont typeface=""/>
              <a:buChar char="•"/>
            </a:pPr>
            <a:r>
              <a:rPr lang="en-US" sz="2400" b="1" dirty="0">
                <a:solidFill>
                  <a:srgbClr val="FACA44"/>
                </a:solidFill>
                <a:latin typeface="HelveticaNeueforSAS"/>
              </a:rPr>
              <a:t>£5bn</a:t>
            </a:r>
            <a:r>
              <a:rPr lang="en-US" sz="2400" b="1" dirty="0">
                <a:solidFill>
                  <a:schemeClr val="bg1"/>
                </a:solidFill>
                <a:latin typeface="HelveticaNeueforSAS"/>
              </a:rPr>
              <a:t> Advertising</a:t>
            </a:r>
            <a:r>
              <a:rPr lang="en-US" b="1" dirty="0">
                <a:solidFill>
                  <a:schemeClr val="bg1"/>
                </a:solidFill>
                <a:latin typeface="HelveticaNeueforSAS"/>
              </a:rPr>
              <a:t> </a:t>
            </a:r>
            <a:endParaRPr lang="en-US" dirty="0">
              <a:solidFill>
                <a:schemeClr val="bg1"/>
              </a:solidFill>
              <a:latin typeface="HelveticaNeueforSAS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D3F50-512E-3B60-DB27-F1D9053B3603}"/>
              </a:ext>
            </a:extLst>
          </p:cNvPr>
          <p:cNvSpPr txBox="1"/>
          <p:nvPr/>
        </p:nvSpPr>
        <p:spPr>
          <a:xfrm>
            <a:off x="7781159" y="6236195"/>
            <a:ext cx="2535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Hosting cost and overrun</a:t>
            </a:r>
          </a:p>
        </p:txBody>
      </p:sp>
    </p:spTree>
    <p:extLst>
      <p:ext uri="{BB962C8B-B14F-4D97-AF65-F5344CB8AC3E}">
        <p14:creationId xmlns:p14="http://schemas.microsoft.com/office/powerpoint/2010/main" val="4286175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51CC1-CEBE-48CF-B174-807485D0A769}"/>
              </a:ext>
            </a:extLst>
          </p:cNvPr>
          <p:cNvSpPr/>
          <p:nvPr/>
        </p:nvSpPr>
        <p:spPr>
          <a:xfrm>
            <a:off x="0" y="0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98FA7-29E9-4E8A-8493-DB5D84709C2B}"/>
              </a:ext>
            </a:extLst>
          </p:cNvPr>
          <p:cNvSpPr/>
          <p:nvPr/>
        </p:nvSpPr>
        <p:spPr>
          <a:xfrm>
            <a:off x="397163" y="277091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1899D8F-AFF0-44B1-9C77-FD0859565D50}"/>
              </a:ext>
            </a:extLst>
          </p:cNvPr>
          <p:cNvSpPr txBox="1"/>
          <p:nvPr/>
        </p:nvSpPr>
        <p:spPr>
          <a:xfrm>
            <a:off x="1009069" y="315315"/>
            <a:ext cx="3800766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dirty="0" err="1">
                <a:solidFill>
                  <a:srgbClr val="170B0B"/>
                </a:solidFill>
                <a:latin typeface="HelveticaNeueforSAS Light"/>
              </a:rPr>
              <a:t>Context</a:t>
            </a:r>
            <a:r>
              <a:rPr lang="fr-FR" sz="2000" b="1" dirty="0">
                <a:solidFill>
                  <a:srgbClr val="170B0B"/>
                </a:solidFill>
                <a:latin typeface="HelveticaNeueforSAS Light"/>
              </a:rPr>
              <a:t> </a:t>
            </a:r>
            <a:endParaRPr lang="fr-FR" sz="3200" b="1" dirty="0">
              <a:solidFill>
                <a:srgbClr val="FCBB14"/>
              </a:solidFill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Geographical</a:t>
            </a:r>
            <a:r>
              <a:rPr lang="fr-FR" b="1" dirty="0">
                <a:latin typeface="HelveticaNeueforSAS Light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Human data &amp; Economy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2000" b="1" u="sng" dirty="0" err="1">
                <a:latin typeface="HelveticaNeueforSAS Light"/>
              </a:rPr>
              <a:t>Itinerary</a:t>
            </a:r>
            <a:r>
              <a:rPr lang="fr-FR" sz="2000" b="1" u="sng" dirty="0">
                <a:latin typeface="HelveticaNeueforSAS Light"/>
              </a:rPr>
              <a:t> </a:t>
            </a:r>
            <a:r>
              <a:rPr lang="fr-FR" sz="2000" b="1" u="sng" dirty="0" err="1">
                <a:latin typeface="HelveticaNeueforSAS Light"/>
              </a:rPr>
              <a:t>overview</a:t>
            </a:r>
            <a:endParaRPr lang="fr-FR" sz="2000" b="1" u="sng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Athletes</a:t>
            </a:r>
            <a:r>
              <a:rPr lang="fr-FR" b="1" dirty="0">
                <a:latin typeface="HelveticaNeueforSAS Light"/>
              </a:rPr>
              <a:t> &amp; </a:t>
            </a:r>
            <a:r>
              <a:rPr lang="fr-FR" b="1" dirty="0" err="1">
                <a:latin typeface="HelveticaNeueforSAS Light"/>
              </a:rPr>
              <a:t>visitors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b="1" dirty="0">
              <a:latin typeface="HelveticaNeueforSAS Light" panose="020B0403020202020204" pitchFamily="34" charset="0"/>
            </a:endParaRPr>
          </a:p>
          <a:p>
            <a:endParaRPr lang="fr-FR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59913-C621-44E8-BED7-694DB61155F9}"/>
              </a:ext>
            </a:extLst>
          </p:cNvPr>
          <p:cNvSpPr/>
          <p:nvPr/>
        </p:nvSpPr>
        <p:spPr>
          <a:xfrm>
            <a:off x="6249315" y="260361"/>
            <a:ext cx="5437913" cy="1568439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0C7CB2F-C22A-46AF-8E8C-4395812DE0A8}"/>
              </a:ext>
            </a:extLst>
          </p:cNvPr>
          <p:cNvSpPr txBox="1"/>
          <p:nvPr/>
        </p:nvSpPr>
        <p:spPr>
          <a:xfrm>
            <a:off x="11466780" y="63127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rgbClr val="FCBB14"/>
                </a:solidFill>
              </a:rPr>
              <a:t>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E97BD99-2BF1-4AF9-B208-FD37470EC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532" y="2570470"/>
            <a:ext cx="4710595" cy="3103418"/>
          </a:xfrm>
          <a:custGeom>
            <a:avLst/>
            <a:gdLst>
              <a:gd name="connsiteX0" fmla="*/ 0 w 4710595"/>
              <a:gd name="connsiteY0" fmla="*/ 0 h 3103418"/>
              <a:gd name="connsiteX1" fmla="*/ 720048 w 4710595"/>
              <a:gd name="connsiteY1" fmla="*/ 0 h 3103418"/>
              <a:gd name="connsiteX2" fmla="*/ 1487202 w 4710595"/>
              <a:gd name="connsiteY2" fmla="*/ 0 h 3103418"/>
              <a:gd name="connsiteX3" fmla="*/ 2160144 w 4710595"/>
              <a:gd name="connsiteY3" fmla="*/ 0 h 3103418"/>
              <a:gd name="connsiteX4" fmla="*/ 2785980 w 4710595"/>
              <a:gd name="connsiteY4" fmla="*/ 0 h 3103418"/>
              <a:gd name="connsiteX5" fmla="*/ 3411817 w 4710595"/>
              <a:gd name="connsiteY5" fmla="*/ 0 h 3103418"/>
              <a:gd name="connsiteX6" fmla="*/ 4037653 w 4710595"/>
              <a:gd name="connsiteY6" fmla="*/ 0 h 3103418"/>
              <a:gd name="connsiteX7" fmla="*/ 4710595 w 4710595"/>
              <a:gd name="connsiteY7" fmla="*/ 0 h 3103418"/>
              <a:gd name="connsiteX8" fmla="*/ 4710595 w 4710595"/>
              <a:gd name="connsiteY8" fmla="*/ 589649 h 3103418"/>
              <a:gd name="connsiteX9" fmla="*/ 4710595 w 4710595"/>
              <a:gd name="connsiteY9" fmla="*/ 1210333 h 3103418"/>
              <a:gd name="connsiteX10" fmla="*/ 4710595 w 4710595"/>
              <a:gd name="connsiteY10" fmla="*/ 1768948 h 3103418"/>
              <a:gd name="connsiteX11" fmla="*/ 4710595 w 4710595"/>
              <a:gd name="connsiteY11" fmla="*/ 2296529 h 3103418"/>
              <a:gd name="connsiteX12" fmla="*/ 4710595 w 4710595"/>
              <a:gd name="connsiteY12" fmla="*/ 3103418 h 3103418"/>
              <a:gd name="connsiteX13" fmla="*/ 4178971 w 4710595"/>
              <a:gd name="connsiteY13" fmla="*/ 3103418 h 3103418"/>
              <a:gd name="connsiteX14" fmla="*/ 3458923 w 4710595"/>
              <a:gd name="connsiteY14" fmla="*/ 3103418 h 3103418"/>
              <a:gd name="connsiteX15" fmla="*/ 2833086 w 4710595"/>
              <a:gd name="connsiteY15" fmla="*/ 3103418 h 3103418"/>
              <a:gd name="connsiteX16" fmla="*/ 2113038 w 4710595"/>
              <a:gd name="connsiteY16" fmla="*/ 3103418 h 3103418"/>
              <a:gd name="connsiteX17" fmla="*/ 1345884 w 4710595"/>
              <a:gd name="connsiteY17" fmla="*/ 3103418 h 3103418"/>
              <a:gd name="connsiteX18" fmla="*/ 672942 w 4710595"/>
              <a:gd name="connsiteY18" fmla="*/ 3103418 h 3103418"/>
              <a:gd name="connsiteX19" fmla="*/ 0 w 4710595"/>
              <a:gd name="connsiteY19" fmla="*/ 3103418 h 3103418"/>
              <a:gd name="connsiteX20" fmla="*/ 0 w 4710595"/>
              <a:gd name="connsiteY20" fmla="*/ 2544803 h 3103418"/>
              <a:gd name="connsiteX21" fmla="*/ 0 w 4710595"/>
              <a:gd name="connsiteY21" fmla="*/ 1986188 h 3103418"/>
              <a:gd name="connsiteX22" fmla="*/ 0 w 4710595"/>
              <a:gd name="connsiteY22" fmla="*/ 1365504 h 3103418"/>
              <a:gd name="connsiteX23" fmla="*/ 0 w 4710595"/>
              <a:gd name="connsiteY23" fmla="*/ 775855 h 3103418"/>
              <a:gd name="connsiteX24" fmla="*/ 0 w 4710595"/>
              <a:gd name="connsiteY24" fmla="*/ 0 h 3103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710595" h="3103418" fill="none" extrusionOk="0">
                <a:moveTo>
                  <a:pt x="0" y="0"/>
                </a:moveTo>
                <a:cubicBezTo>
                  <a:pt x="176840" y="-27568"/>
                  <a:pt x="513040" y="-32412"/>
                  <a:pt x="720048" y="0"/>
                </a:cubicBezTo>
                <a:cubicBezTo>
                  <a:pt x="927056" y="32412"/>
                  <a:pt x="1215597" y="37932"/>
                  <a:pt x="1487202" y="0"/>
                </a:cubicBezTo>
                <a:cubicBezTo>
                  <a:pt x="1758807" y="-37932"/>
                  <a:pt x="1911137" y="30619"/>
                  <a:pt x="2160144" y="0"/>
                </a:cubicBezTo>
                <a:cubicBezTo>
                  <a:pt x="2409151" y="-30619"/>
                  <a:pt x="2621252" y="-30792"/>
                  <a:pt x="2785980" y="0"/>
                </a:cubicBezTo>
                <a:cubicBezTo>
                  <a:pt x="2950708" y="30792"/>
                  <a:pt x="3220189" y="27807"/>
                  <a:pt x="3411817" y="0"/>
                </a:cubicBezTo>
                <a:cubicBezTo>
                  <a:pt x="3603445" y="-27807"/>
                  <a:pt x="3732619" y="-15369"/>
                  <a:pt x="4037653" y="0"/>
                </a:cubicBezTo>
                <a:cubicBezTo>
                  <a:pt x="4342687" y="15369"/>
                  <a:pt x="4530988" y="21891"/>
                  <a:pt x="4710595" y="0"/>
                </a:cubicBezTo>
                <a:cubicBezTo>
                  <a:pt x="4724354" y="249964"/>
                  <a:pt x="4735370" y="442978"/>
                  <a:pt x="4710595" y="589649"/>
                </a:cubicBezTo>
                <a:cubicBezTo>
                  <a:pt x="4685820" y="736320"/>
                  <a:pt x="4720652" y="925721"/>
                  <a:pt x="4710595" y="1210333"/>
                </a:cubicBezTo>
                <a:cubicBezTo>
                  <a:pt x="4700538" y="1494945"/>
                  <a:pt x="4720013" y="1619519"/>
                  <a:pt x="4710595" y="1768948"/>
                </a:cubicBezTo>
                <a:cubicBezTo>
                  <a:pt x="4701177" y="1918377"/>
                  <a:pt x="4725882" y="2138167"/>
                  <a:pt x="4710595" y="2296529"/>
                </a:cubicBezTo>
                <a:cubicBezTo>
                  <a:pt x="4695308" y="2454891"/>
                  <a:pt x="4691236" y="2741168"/>
                  <a:pt x="4710595" y="3103418"/>
                </a:cubicBezTo>
                <a:cubicBezTo>
                  <a:pt x="4463192" y="3116397"/>
                  <a:pt x="4404307" y="3117894"/>
                  <a:pt x="4178971" y="3103418"/>
                </a:cubicBezTo>
                <a:cubicBezTo>
                  <a:pt x="3953635" y="3088942"/>
                  <a:pt x="3750358" y="3068827"/>
                  <a:pt x="3458923" y="3103418"/>
                </a:cubicBezTo>
                <a:cubicBezTo>
                  <a:pt x="3167488" y="3138009"/>
                  <a:pt x="3101678" y="3074171"/>
                  <a:pt x="2833086" y="3103418"/>
                </a:cubicBezTo>
                <a:cubicBezTo>
                  <a:pt x="2564494" y="3132665"/>
                  <a:pt x="2354780" y="3080073"/>
                  <a:pt x="2113038" y="3103418"/>
                </a:cubicBezTo>
                <a:cubicBezTo>
                  <a:pt x="1871296" y="3126763"/>
                  <a:pt x="1568055" y="3141519"/>
                  <a:pt x="1345884" y="3103418"/>
                </a:cubicBezTo>
                <a:cubicBezTo>
                  <a:pt x="1123713" y="3065317"/>
                  <a:pt x="837239" y="3079587"/>
                  <a:pt x="672942" y="3103418"/>
                </a:cubicBezTo>
                <a:cubicBezTo>
                  <a:pt x="508645" y="3127249"/>
                  <a:pt x="300252" y="3079260"/>
                  <a:pt x="0" y="3103418"/>
                </a:cubicBezTo>
                <a:cubicBezTo>
                  <a:pt x="-4787" y="2901466"/>
                  <a:pt x="-13834" y="2662313"/>
                  <a:pt x="0" y="2544803"/>
                </a:cubicBezTo>
                <a:cubicBezTo>
                  <a:pt x="13834" y="2427294"/>
                  <a:pt x="-3301" y="2258780"/>
                  <a:pt x="0" y="1986188"/>
                </a:cubicBezTo>
                <a:cubicBezTo>
                  <a:pt x="3301" y="1713597"/>
                  <a:pt x="12623" y="1612461"/>
                  <a:pt x="0" y="1365504"/>
                </a:cubicBezTo>
                <a:cubicBezTo>
                  <a:pt x="-12623" y="1118547"/>
                  <a:pt x="-20580" y="954939"/>
                  <a:pt x="0" y="775855"/>
                </a:cubicBezTo>
                <a:cubicBezTo>
                  <a:pt x="20580" y="596771"/>
                  <a:pt x="29863" y="315299"/>
                  <a:pt x="0" y="0"/>
                </a:cubicBezTo>
                <a:close/>
              </a:path>
              <a:path w="4710595" h="3103418" stroke="0" extrusionOk="0">
                <a:moveTo>
                  <a:pt x="0" y="0"/>
                </a:moveTo>
                <a:cubicBezTo>
                  <a:pt x="157876" y="-25892"/>
                  <a:pt x="565048" y="8838"/>
                  <a:pt x="767154" y="0"/>
                </a:cubicBezTo>
                <a:cubicBezTo>
                  <a:pt x="969260" y="-8838"/>
                  <a:pt x="1228653" y="-7475"/>
                  <a:pt x="1440096" y="0"/>
                </a:cubicBezTo>
                <a:cubicBezTo>
                  <a:pt x="1651539" y="7475"/>
                  <a:pt x="1775666" y="1111"/>
                  <a:pt x="2065932" y="0"/>
                </a:cubicBezTo>
                <a:cubicBezTo>
                  <a:pt x="2356198" y="-1111"/>
                  <a:pt x="2603553" y="-12443"/>
                  <a:pt x="2785980" y="0"/>
                </a:cubicBezTo>
                <a:cubicBezTo>
                  <a:pt x="2968407" y="12443"/>
                  <a:pt x="3208949" y="308"/>
                  <a:pt x="3411817" y="0"/>
                </a:cubicBezTo>
                <a:cubicBezTo>
                  <a:pt x="3614685" y="-308"/>
                  <a:pt x="3739229" y="-6210"/>
                  <a:pt x="3943441" y="0"/>
                </a:cubicBezTo>
                <a:cubicBezTo>
                  <a:pt x="4147653" y="6210"/>
                  <a:pt x="4388780" y="-30493"/>
                  <a:pt x="4710595" y="0"/>
                </a:cubicBezTo>
                <a:cubicBezTo>
                  <a:pt x="4691263" y="149084"/>
                  <a:pt x="4723749" y="285239"/>
                  <a:pt x="4710595" y="527581"/>
                </a:cubicBezTo>
                <a:cubicBezTo>
                  <a:pt x="4697441" y="769923"/>
                  <a:pt x="4718863" y="823434"/>
                  <a:pt x="4710595" y="1086196"/>
                </a:cubicBezTo>
                <a:cubicBezTo>
                  <a:pt x="4702327" y="1348959"/>
                  <a:pt x="4710904" y="1525150"/>
                  <a:pt x="4710595" y="1675846"/>
                </a:cubicBezTo>
                <a:cubicBezTo>
                  <a:pt x="4710287" y="1826542"/>
                  <a:pt x="4724911" y="2036080"/>
                  <a:pt x="4710595" y="2234461"/>
                </a:cubicBezTo>
                <a:cubicBezTo>
                  <a:pt x="4696279" y="2432843"/>
                  <a:pt x="4681778" y="2745772"/>
                  <a:pt x="4710595" y="3103418"/>
                </a:cubicBezTo>
                <a:cubicBezTo>
                  <a:pt x="4481599" y="3116976"/>
                  <a:pt x="4288243" y="3091801"/>
                  <a:pt x="3990547" y="3103418"/>
                </a:cubicBezTo>
                <a:cubicBezTo>
                  <a:pt x="3692851" y="3115035"/>
                  <a:pt x="3434644" y="3129682"/>
                  <a:pt x="3223393" y="3103418"/>
                </a:cubicBezTo>
                <a:cubicBezTo>
                  <a:pt x="3012142" y="3077154"/>
                  <a:pt x="2668999" y="3138116"/>
                  <a:pt x="2503345" y="3103418"/>
                </a:cubicBezTo>
                <a:cubicBezTo>
                  <a:pt x="2337691" y="3068720"/>
                  <a:pt x="2063707" y="3096819"/>
                  <a:pt x="1924615" y="3103418"/>
                </a:cubicBezTo>
                <a:cubicBezTo>
                  <a:pt x="1785523" y="3110018"/>
                  <a:pt x="1433200" y="3117931"/>
                  <a:pt x="1298778" y="3103418"/>
                </a:cubicBezTo>
                <a:cubicBezTo>
                  <a:pt x="1164356" y="3088905"/>
                  <a:pt x="389792" y="3068464"/>
                  <a:pt x="0" y="3103418"/>
                </a:cubicBezTo>
                <a:cubicBezTo>
                  <a:pt x="18783" y="2883345"/>
                  <a:pt x="-19842" y="2649835"/>
                  <a:pt x="0" y="2513769"/>
                </a:cubicBezTo>
                <a:cubicBezTo>
                  <a:pt x="19842" y="2377703"/>
                  <a:pt x="17173" y="2231250"/>
                  <a:pt x="0" y="1986188"/>
                </a:cubicBezTo>
                <a:cubicBezTo>
                  <a:pt x="-17173" y="1741126"/>
                  <a:pt x="23200" y="1668975"/>
                  <a:pt x="0" y="1396538"/>
                </a:cubicBezTo>
                <a:cubicBezTo>
                  <a:pt x="-23200" y="1124101"/>
                  <a:pt x="-22738" y="920760"/>
                  <a:pt x="0" y="775855"/>
                </a:cubicBezTo>
                <a:cubicBezTo>
                  <a:pt x="22738" y="630950"/>
                  <a:pt x="-21953" y="164127"/>
                  <a:pt x="0" y="0"/>
                </a:cubicBezTo>
                <a:close/>
              </a:path>
            </a:pathLst>
          </a:custGeom>
          <a:ln w="76200">
            <a:solidFill>
              <a:srgbClr val="FACA44"/>
            </a:solidFill>
            <a:extLst>
              <a:ext uri="{C807C97D-BFC1-408E-A445-0C87EB9F89A2}">
                <ask:lineSketchStyleProps xmlns:ask="http://schemas.microsoft.com/office/drawing/2018/sketchyshapes" sd="252710315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9D9D3D-B4C7-FA78-5326-9217F03F0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139127"/>
              </p:ext>
            </p:extLst>
          </p:nvPr>
        </p:nvGraphicFramePr>
        <p:xfrm>
          <a:off x="394854" y="2376054"/>
          <a:ext cx="6166156" cy="3778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028">
                  <a:extLst>
                    <a:ext uri="{9D8B030D-6E8A-4147-A177-3AD203B41FA5}">
                      <a16:colId xmlns:a16="http://schemas.microsoft.com/office/drawing/2014/main" val="297861195"/>
                    </a:ext>
                  </a:extLst>
                </a:gridCol>
                <a:gridCol w="2116308">
                  <a:extLst>
                    <a:ext uri="{9D8B030D-6E8A-4147-A177-3AD203B41FA5}">
                      <a16:colId xmlns:a16="http://schemas.microsoft.com/office/drawing/2014/main" val="3342172890"/>
                    </a:ext>
                  </a:extLst>
                </a:gridCol>
                <a:gridCol w="1957820">
                  <a:extLst>
                    <a:ext uri="{9D8B030D-6E8A-4147-A177-3AD203B41FA5}">
                      <a16:colId xmlns:a16="http://schemas.microsoft.com/office/drawing/2014/main" val="2465804180"/>
                    </a:ext>
                  </a:extLst>
                </a:gridCol>
              </a:tblGrid>
              <a:tr h="58140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i="0" u="none" strike="noStrike" noProof="0">
                          <a:solidFill>
                            <a:schemeClr val="bg1"/>
                          </a:solidFill>
                          <a:latin typeface="HelveticaNeueforSAS" panose="020B0604020202020204" pitchFamily="34" charset="0"/>
                        </a:rPr>
                        <a:t>Transit modes</a:t>
                      </a:r>
                      <a:endParaRPr lang="en-US" sz="2600" b="1">
                        <a:solidFill>
                          <a:schemeClr val="bg1"/>
                        </a:solidFill>
                        <a:latin typeface="HelveticaNeueforSAS" panose="020B0604020202020204" pitchFamily="34" charset="0"/>
                      </a:endParaRP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600" b="1" i="0" u="none" strike="noStrike" noProof="0">
                          <a:solidFill>
                            <a:srgbClr val="FFFFFF"/>
                          </a:solidFill>
                          <a:latin typeface="HelveticaNeueforSAS" panose="020B0604020202020204" pitchFamily="34" charset="0"/>
                        </a:rPr>
                        <a:t>Fare</a:t>
                      </a: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i="0" u="none" strike="noStrike" noProof="0">
                          <a:solidFill>
                            <a:schemeClr val="bg1"/>
                          </a:solidFill>
                          <a:latin typeface="HelveticaNeueforSAS" panose="020B0604020202020204" pitchFamily="34" charset="0"/>
                        </a:rPr>
                        <a:t>CO₂ emission</a:t>
                      </a:r>
                      <a:endParaRPr lang="en-US" sz="2600" b="1">
                        <a:solidFill>
                          <a:schemeClr val="bg1"/>
                        </a:solidFill>
                        <a:latin typeface="HelveticaNeueforSAS" panose="020B0604020202020204" pitchFamily="34" charset="0"/>
                      </a:endParaRP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876099"/>
                  </a:ext>
                </a:extLst>
              </a:tr>
              <a:tr h="964889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E24F9B"/>
                          </a:solidFill>
                          <a:latin typeface="HelveticaNeueforSAS" panose="020B0604020202020204" pitchFamily="34" charset="0"/>
                        </a:rPr>
                        <a:t>Plane </a:t>
                      </a: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bg1"/>
                          </a:solidFill>
                          <a:latin typeface="HelveticaNeueforSAS" panose="020B0604020202020204" pitchFamily="34" charset="0"/>
                        </a:rPr>
                        <a:t>120 € – 250 €</a:t>
                      </a:r>
                      <a:endParaRPr lang="en-US" sz="2400" b="1">
                        <a:solidFill>
                          <a:schemeClr val="bg1"/>
                        </a:solidFill>
                        <a:latin typeface="HelveticaNeueforSAS" panose="020B0604020202020204" pitchFamily="34" charset="0"/>
                      </a:endParaRP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bg1"/>
                          </a:solidFill>
                          <a:latin typeface="HelveticaNeueforSAS" panose="020B0604020202020204" pitchFamily="34" charset="0"/>
                        </a:rPr>
                        <a:t>90-100 kg</a:t>
                      </a:r>
                      <a:endParaRPr lang="en-US" sz="2400" b="1">
                        <a:solidFill>
                          <a:schemeClr val="bg1"/>
                        </a:solidFill>
                        <a:latin typeface="HelveticaNeueforSAS" panose="020B0604020202020204" pitchFamily="34" charset="0"/>
                      </a:endParaRP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894663"/>
                  </a:ext>
                </a:extLst>
              </a:tr>
              <a:tr h="964889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E24F9B"/>
                          </a:solidFill>
                          <a:latin typeface="HelveticaNeueforSAS" panose="020B0604020202020204" pitchFamily="34" charset="0"/>
                        </a:rPr>
                        <a:t>Train</a:t>
                      </a: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bg1"/>
                          </a:solidFill>
                          <a:latin typeface="HelveticaNeueforSAS" panose="020B0604020202020204" pitchFamily="34" charset="0"/>
                        </a:rPr>
                        <a:t>150 € - 350 €</a:t>
                      </a:r>
                      <a:endParaRPr lang="en-US" sz="2400" b="1">
                        <a:solidFill>
                          <a:schemeClr val="bg1"/>
                        </a:solidFill>
                        <a:latin typeface="HelveticaNeueforSAS" panose="020B0604020202020204" pitchFamily="34" charset="0"/>
                      </a:endParaRP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FACA44"/>
                          </a:solidFill>
                          <a:latin typeface="HelveticaNeueforSAS" panose="020B0604020202020204" pitchFamily="34" charset="0"/>
                        </a:rPr>
                        <a:t>30 kg</a:t>
                      </a: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0255"/>
                  </a:ext>
                </a:extLst>
              </a:tr>
              <a:tr h="964889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E24F9B"/>
                          </a:solidFill>
                          <a:latin typeface="HelveticaNeueforSAS" panose="020B0604020202020204" pitchFamily="34" charset="0"/>
                        </a:rPr>
                        <a:t>Car</a:t>
                      </a: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FACA44"/>
                          </a:solidFill>
                          <a:latin typeface="HelveticaNeueforSAS" panose="020B0604020202020204" pitchFamily="34" charset="0"/>
                        </a:rPr>
                        <a:t>70 </a:t>
                      </a:r>
                      <a:r>
                        <a:rPr lang="en-US" sz="2400" b="1" i="0" u="none" strike="noStrike" noProof="0">
                          <a:solidFill>
                            <a:srgbClr val="FACA44"/>
                          </a:solidFill>
                          <a:latin typeface="HelveticaNeueforSAS" panose="020B0604020202020204" pitchFamily="34" charset="0"/>
                        </a:rPr>
                        <a:t>€</a:t>
                      </a:r>
                      <a:endParaRPr lang="en-US" sz="2400" b="1">
                        <a:solidFill>
                          <a:srgbClr val="FACA44"/>
                        </a:solidFill>
                        <a:latin typeface="HelveticaNeueforSAS" panose="020B0604020202020204" pitchFamily="34" charset="0"/>
                      </a:endParaRP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/>
                          </a:solidFill>
                          <a:latin typeface="HelveticaNeueforSAS" panose="020B0604020202020204" pitchFamily="34" charset="0"/>
                        </a:rPr>
                        <a:t>113 kg </a:t>
                      </a:r>
                    </a:p>
                  </a:txBody>
                  <a:tcPr anchor="ctr"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0470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762984-6F18-7794-1D8A-72D414030EAD}"/>
              </a:ext>
            </a:extLst>
          </p:cNvPr>
          <p:cNvSpPr txBox="1"/>
          <p:nvPr/>
        </p:nvSpPr>
        <p:spPr>
          <a:xfrm>
            <a:off x="8649688" y="5933128"/>
            <a:ext cx="2595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</a:t>
            </a:r>
            <a:r>
              <a:rPr lang="en-US" sz="1400">
                <a:solidFill>
                  <a:schemeClr val="bg1"/>
                </a:solidFill>
                <a:effectLst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rain tunnel channel </a:t>
            </a:r>
          </a:p>
        </p:txBody>
      </p:sp>
      <p:sp>
        <p:nvSpPr>
          <p:cNvPr id="11" name="ZoneTexte 5">
            <a:extLst>
              <a:ext uri="{FF2B5EF4-FFF2-40B4-BE49-F238E27FC236}">
                <a16:creationId xmlns:a16="http://schemas.microsoft.com/office/drawing/2014/main" id="{A5E15500-EF12-A37B-D192-265C5F983AF9}"/>
              </a:ext>
            </a:extLst>
          </p:cNvPr>
          <p:cNvSpPr txBox="1"/>
          <p:nvPr/>
        </p:nvSpPr>
        <p:spPr>
          <a:xfrm>
            <a:off x="7019635" y="437139"/>
            <a:ext cx="48398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latin typeface="HelveticaNeueforSAS Light" panose="020B0403020202020204" pitchFamily="34" charset="0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Patrimoine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Évolution &amp; Impacte</a:t>
            </a:r>
          </a:p>
        </p:txBody>
      </p:sp>
    </p:spTree>
    <p:extLst>
      <p:ext uri="{BB962C8B-B14F-4D97-AF65-F5344CB8AC3E}">
        <p14:creationId xmlns:p14="http://schemas.microsoft.com/office/powerpoint/2010/main" val="2406396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64A8E-2473-36CA-2897-C829B28D6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4AABC0-E902-45FA-23E7-F9F3F8AEA096}"/>
              </a:ext>
            </a:extLst>
          </p:cNvPr>
          <p:cNvSpPr/>
          <p:nvPr/>
        </p:nvSpPr>
        <p:spPr>
          <a:xfrm>
            <a:off x="0" y="-25454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0A10CC-27EA-212B-40DE-67DDC3A799E6}"/>
              </a:ext>
            </a:extLst>
          </p:cNvPr>
          <p:cNvSpPr/>
          <p:nvPr/>
        </p:nvSpPr>
        <p:spPr>
          <a:xfrm>
            <a:off x="397163" y="277091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41391CE-4E07-C0D6-905E-D33C938F6237}"/>
              </a:ext>
            </a:extLst>
          </p:cNvPr>
          <p:cNvSpPr txBox="1"/>
          <p:nvPr/>
        </p:nvSpPr>
        <p:spPr>
          <a:xfrm>
            <a:off x="1126545" y="305875"/>
            <a:ext cx="4692364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dirty="0" err="1">
                <a:solidFill>
                  <a:srgbClr val="170B0B"/>
                </a:solidFill>
                <a:latin typeface="HelveticaNeueforSAS Light"/>
              </a:rPr>
              <a:t>Context</a:t>
            </a:r>
            <a:r>
              <a:rPr lang="fr-FR" sz="2000" b="1" dirty="0">
                <a:solidFill>
                  <a:srgbClr val="170B0B"/>
                </a:solidFill>
                <a:latin typeface="HelveticaNeueforSAS Light"/>
              </a:rPr>
              <a:t> </a:t>
            </a:r>
            <a:endParaRPr lang="fr-FR" sz="3200" b="1" dirty="0">
              <a:solidFill>
                <a:srgbClr val="FCBB14"/>
              </a:solidFill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Geographical</a:t>
            </a:r>
            <a:r>
              <a:rPr lang="fr-FR" b="1" dirty="0">
                <a:latin typeface="HelveticaNeueforSAS Light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Human data &amp; </a:t>
            </a:r>
            <a:r>
              <a:rPr lang="fr-FR" sz="2000" b="1" dirty="0">
                <a:latin typeface="HelveticaNeueforSAS Light"/>
              </a:rPr>
              <a:t>Economy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Itinerary</a:t>
            </a:r>
            <a:r>
              <a:rPr lang="fr-FR" b="1" dirty="0">
                <a:latin typeface="HelveticaNeueforSAS Light"/>
              </a:rPr>
              <a:t> </a:t>
            </a:r>
            <a:r>
              <a:rPr lang="fr-FR" b="1" dirty="0" err="1">
                <a:latin typeface="HelveticaNeueforSAS Light"/>
              </a:rPr>
              <a:t>overview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2000" b="1" u="sng" dirty="0" err="1">
                <a:solidFill>
                  <a:srgbClr val="E24F9B"/>
                </a:solidFill>
                <a:latin typeface="HelveticaNeueforSAS Light"/>
              </a:rPr>
              <a:t>Athletes</a:t>
            </a:r>
            <a:r>
              <a:rPr lang="fr-FR" sz="2000" b="1" u="sng" dirty="0">
                <a:solidFill>
                  <a:srgbClr val="E24F9B"/>
                </a:solidFill>
                <a:latin typeface="HelveticaNeueforSAS Light"/>
              </a:rPr>
              <a:t> &amp; </a:t>
            </a:r>
            <a:r>
              <a:rPr lang="fr-FR" sz="2000" b="1" u="sng" dirty="0" err="1">
                <a:solidFill>
                  <a:srgbClr val="E24F9B"/>
                </a:solidFill>
                <a:latin typeface="HelveticaNeueforSAS Light"/>
              </a:rPr>
              <a:t>visitors</a:t>
            </a:r>
            <a:endParaRPr lang="fr-FR" sz="2000" b="1" u="sng" dirty="0">
              <a:solidFill>
                <a:srgbClr val="E24F9B"/>
              </a:solidFill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b="1" dirty="0">
              <a:latin typeface="HelveticaNeueforSAS Light" panose="020B0403020202020204" pitchFamily="34" charset="0"/>
            </a:endParaRPr>
          </a:p>
          <a:p>
            <a:endParaRPr lang="fr-FR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35CD1C-CBD9-2D3A-98E1-863365BF69A1}"/>
              </a:ext>
            </a:extLst>
          </p:cNvPr>
          <p:cNvSpPr/>
          <p:nvPr/>
        </p:nvSpPr>
        <p:spPr>
          <a:xfrm>
            <a:off x="6363323" y="307195"/>
            <a:ext cx="5335420" cy="1523203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2D3B470-4C52-AA9C-2F0F-8C09FDD00E7A}"/>
              </a:ext>
            </a:extLst>
          </p:cNvPr>
          <p:cNvSpPr txBox="1"/>
          <p:nvPr/>
        </p:nvSpPr>
        <p:spPr>
          <a:xfrm>
            <a:off x="11554691" y="63084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rgbClr val="FCBB14"/>
                </a:solidFill>
              </a:rPr>
              <a:t>6</a:t>
            </a:r>
          </a:p>
        </p:txBody>
      </p:sp>
      <p:sp>
        <p:nvSpPr>
          <p:cNvPr id="6" name="ZoneTexte 9">
            <a:extLst>
              <a:ext uri="{FF2B5EF4-FFF2-40B4-BE49-F238E27FC236}">
                <a16:creationId xmlns:a16="http://schemas.microsoft.com/office/drawing/2014/main" id="{E9A0538B-25FB-7D1D-A3D1-E180C36CC5F2}"/>
              </a:ext>
            </a:extLst>
          </p:cNvPr>
          <p:cNvSpPr txBox="1"/>
          <p:nvPr/>
        </p:nvSpPr>
        <p:spPr>
          <a:xfrm>
            <a:off x="2407399" y="2942543"/>
            <a:ext cx="83032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fr-FR" sz="2800" dirty="0">
              <a:solidFill>
                <a:srgbClr val="FF69B4"/>
              </a:solidFill>
              <a:latin typeface="HelveticaNeueforSAS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FACA44"/>
                </a:solidFill>
                <a:latin typeface="HelveticaNeueforSAS" panose="020B0604020202020204" pitchFamily="34" charset="0"/>
              </a:rPr>
              <a:t>10500</a:t>
            </a:r>
            <a:r>
              <a:rPr lang="fr-FR" sz="2800" dirty="0">
                <a:solidFill>
                  <a:schemeClr val="bg1"/>
                </a:solidFill>
                <a:latin typeface="HelveticaNeueforSAS" panose="020B0604020202020204" pitchFamily="34" charset="0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HelveticaNeueforSAS" panose="020B0604020202020204" pitchFamily="34" charset="0"/>
              </a:rPr>
              <a:t>Atheletes</a:t>
            </a:r>
            <a:r>
              <a:rPr lang="fr-FR" sz="2800" dirty="0">
                <a:solidFill>
                  <a:schemeClr val="bg1"/>
                </a:solidFill>
                <a:latin typeface="HelveticaNeueforSAS" panose="020B0604020202020204" pitchFamily="34" charset="0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HelveticaNeueforSAS" panose="020B0604020202020204" pitchFamily="34" charset="0"/>
              </a:rPr>
              <a:t>from</a:t>
            </a:r>
            <a:r>
              <a:rPr lang="fr-FR" sz="2800" dirty="0">
                <a:solidFill>
                  <a:schemeClr val="bg1"/>
                </a:solidFill>
                <a:latin typeface="HelveticaNeueforSAS" panose="020B0604020202020204" pitchFamily="34" charset="0"/>
              </a:rPr>
              <a:t> </a:t>
            </a:r>
            <a:r>
              <a:rPr lang="fr-FR" sz="2800" dirty="0">
                <a:solidFill>
                  <a:srgbClr val="FACA44"/>
                </a:solidFill>
                <a:latin typeface="HelveticaNeueforSAS" panose="020B0604020202020204" pitchFamily="34" charset="0"/>
              </a:rPr>
              <a:t>204 </a:t>
            </a:r>
            <a:r>
              <a:rPr lang="fr-FR" sz="2800" dirty="0" err="1">
                <a:solidFill>
                  <a:schemeClr val="bg1"/>
                </a:solidFill>
                <a:latin typeface="HelveticaNeueforSAS" panose="020B0604020202020204" pitchFamily="34" charset="0"/>
              </a:rPr>
              <a:t>different</a:t>
            </a:r>
            <a:r>
              <a:rPr lang="fr-FR" sz="2800" dirty="0">
                <a:solidFill>
                  <a:schemeClr val="bg1"/>
                </a:solidFill>
                <a:latin typeface="HelveticaNeueforSAS" panose="020B0604020202020204" pitchFamily="34" charset="0"/>
              </a:rPr>
              <a:t> countries</a:t>
            </a:r>
          </a:p>
          <a:p>
            <a:endParaRPr lang="fr-FR" sz="2800" dirty="0">
              <a:solidFill>
                <a:srgbClr val="FF69B4"/>
              </a:solidFill>
              <a:latin typeface="HelveticaNeueforSAS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FACA44"/>
                </a:solidFill>
                <a:latin typeface="HelveticaNeueforSAS" panose="020B0604020202020204" pitchFamily="34" charset="0"/>
              </a:rPr>
              <a:t> 700000 </a:t>
            </a:r>
            <a:r>
              <a:rPr lang="fr-FR" sz="2800" dirty="0" err="1">
                <a:solidFill>
                  <a:schemeClr val="bg1"/>
                </a:solidFill>
                <a:latin typeface="HelveticaNeueforSAS" panose="020B0604020202020204" pitchFamily="34" charset="0"/>
              </a:rPr>
              <a:t>visitors</a:t>
            </a:r>
            <a:r>
              <a:rPr lang="fr-FR" sz="2800" dirty="0">
                <a:solidFill>
                  <a:schemeClr val="bg1"/>
                </a:solidFill>
                <a:latin typeface="HelveticaNeueforSAS" panose="020B0604020202020204" pitchFamily="34" charset="0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HelveticaNeueforSAS" panose="020B0604020202020204" pitchFamily="34" charset="0"/>
              </a:rPr>
              <a:t>from</a:t>
            </a:r>
            <a:r>
              <a:rPr lang="fr-FR" sz="2800" dirty="0">
                <a:solidFill>
                  <a:schemeClr val="bg1"/>
                </a:solidFill>
                <a:latin typeface="HelveticaNeueforSAS" panose="020B0604020202020204" pitchFamily="34" charset="0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HelveticaNeueforSAS" panose="020B0604020202020204" pitchFamily="34" charset="0"/>
              </a:rPr>
              <a:t>different</a:t>
            </a:r>
            <a:r>
              <a:rPr lang="fr-FR" sz="2800" dirty="0">
                <a:solidFill>
                  <a:schemeClr val="bg1"/>
                </a:solidFill>
                <a:latin typeface="HelveticaNeueforSAS" panose="020B0604020202020204" pitchFamily="34" charset="0"/>
              </a:rPr>
              <a:t> countries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800" dirty="0">
              <a:solidFill>
                <a:schemeClr val="bg1"/>
              </a:solidFill>
              <a:latin typeface="HelveticaNeueforSAS" panose="020B0604020202020204" pitchFamily="34" charset="0"/>
            </a:endParaRPr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7F8BB0B2-CF39-CADC-C9CE-4BF7A91BF0DF}"/>
              </a:ext>
            </a:extLst>
          </p:cNvPr>
          <p:cNvSpPr txBox="1"/>
          <p:nvPr/>
        </p:nvSpPr>
        <p:spPr>
          <a:xfrm>
            <a:off x="7019635" y="437139"/>
            <a:ext cx="48398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latin typeface="HelveticaNeueforSAS Light" panose="020B0403020202020204" pitchFamily="34" charset="0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Patrimoine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Évolution &amp; Impacte</a:t>
            </a:r>
          </a:p>
        </p:txBody>
      </p:sp>
    </p:spTree>
    <p:extLst>
      <p:ext uri="{BB962C8B-B14F-4D97-AF65-F5344CB8AC3E}">
        <p14:creationId xmlns:p14="http://schemas.microsoft.com/office/powerpoint/2010/main" val="2085715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BB1BC-5AB8-8749-199D-D5A0999F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CFB688-29EA-1C9F-8475-BFE76CC45101}"/>
              </a:ext>
            </a:extLst>
          </p:cNvPr>
          <p:cNvSpPr/>
          <p:nvPr/>
        </p:nvSpPr>
        <p:spPr>
          <a:xfrm>
            <a:off x="0" y="0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735699-4A28-E52D-2303-890A6186E09C}"/>
              </a:ext>
            </a:extLst>
          </p:cNvPr>
          <p:cNvSpPr/>
          <p:nvPr/>
        </p:nvSpPr>
        <p:spPr>
          <a:xfrm>
            <a:off x="397163" y="277091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5A9CB53-0E22-0CBE-FA50-905176905159}"/>
              </a:ext>
            </a:extLst>
          </p:cNvPr>
          <p:cNvSpPr txBox="1"/>
          <p:nvPr/>
        </p:nvSpPr>
        <p:spPr>
          <a:xfrm>
            <a:off x="1126544" y="305875"/>
            <a:ext cx="4412407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dirty="0" err="1">
                <a:solidFill>
                  <a:srgbClr val="170B0B"/>
                </a:solidFill>
                <a:latin typeface="HelveticaNeueforSAS Light"/>
              </a:rPr>
              <a:t>Context</a:t>
            </a:r>
            <a:r>
              <a:rPr lang="fr-FR" sz="2000" b="1" dirty="0">
                <a:solidFill>
                  <a:srgbClr val="170B0B"/>
                </a:solidFill>
                <a:latin typeface="HelveticaNeueforSAS Light"/>
              </a:rPr>
              <a:t> </a:t>
            </a:r>
            <a:endParaRPr lang="fr-FR" sz="3200" b="1" dirty="0">
              <a:solidFill>
                <a:srgbClr val="FCBB14"/>
              </a:solidFill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Geographical</a:t>
            </a:r>
            <a:r>
              <a:rPr lang="fr-FR" b="1" dirty="0">
                <a:latin typeface="HelveticaNeueforSAS Light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Human data &amp; </a:t>
            </a:r>
            <a:r>
              <a:rPr lang="fr-FR" b="1" dirty="0">
                <a:solidFill>
                  <a:srgbClr val="1F0F0F"/>
                </a:solidFill>
                <a:latin typeface="HelveticaNeueforSAS Light"/>
              </a:rPr>
              <a:t>Economy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Itinerary</a:t>
            </a:r>
            <a:r>
              <a:rPr lang="fr-FR" b="1" dirty="0">
                <a:latin typeface="HelveticaNeueforSAS Light"/>
              </a:rPr>
              <a:t> </a:t>
            </a:r>
            <a:r>
              <a:rPr lang="fr-FR" b="1" dirty="0" err="1">
                <a:latin typeface="HelveticaNeueforSAS Light"/>
              </a:rPr>
              <a:t>overview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2000" b="1" u="sng" dirty="0" err="1">
                <a:solidFill>
                  <a:srgbClr val="E24F9B"/>
                </a:solidFill>
                <a:latin typeface="HelveticaNeueforSAS Light"/>
              </a:rPr>
              <a:t>Athletes</a:t>
            </a:r>
            <a:r>
              <a:rPr lang="fr-FR" sz="2000" b="1" u="sng" dirty="0">
                <a:solidFill>
                  <a:srgbClr val="E24F9B"/>
                </a:solidFill>
                <a:latin typeface="HelveticaNeueforSAS Light"/>
              </a:rPr>
              <a:t> &amp; </a:t>
            </a:r>
            <a:r>
              <a:rPr lang="fr-FR" sz="2000" b="1" u="sng" dirty="0" err="1">
                <a:solidFill>
                  <a:srgbClr val="E24F9B"/>
                </a:solidFill>
                <a:latin typeface="HelveticaNeueforSAS Light"/>
              </a:rPr>
              <a:t>visitors</a:t>
            </a:r>
            <a:endParaRPr lang="fr-FR" sz="2000" b="1" u="sng" dirty="0">
              <a:solidFill>
                <a:srgbClr val="E24F9B"/>
              </a:solidFill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b="1" dirty="0">
              <a:latin typeface="HelveticaNeueforSAS Light" panose="020B0403020202020204" pitchFamily="34" charset="0"/>
            </a:endParaRPr>
          </a:p>
          <a:p>
            <a:endParaRPr lang="fr-FR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701DEC-3771-F456-7D63-83BE8C4EEB75}"/>
              </a:ext>
            </a:extLst>
          </p:cNvPr>
          <p:cNvSpPr/>
          <p:nvPr/>
        </p:nvSpPr>
        <p:spPr>
          <a:xfrm>
            <a:off x="6373092" y="326733"/>
            <a:ext cx="5394035" cy="147435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67D383C-793B-02E3-04E4-DE6EB79BC9EB}"/>
              </a:ext>
            </a:extLst>
          </p:cNvPr>
          <p:cNvSpPr txBox="1"/>
          <p:nvPr/>
        </p:nvSpPr>
        <p:spPr>
          <a:xfrm>
            <a:off x="11554691" y="63084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rgbClr val="FCBB14"/>
                </a:solidFill>
              </a:rPr>
              <a:t>7</a:t>
            </a:r>
          </a:p>
        </p:txBody>
      </p:sp>
      <p:pic>
        <p:nvPicPr>
          <p:cNvPr id="6" name="Picture 5" descr="A group of medals with purple ribbons&#10;&#10;Description automatically generated">
            <a:extLst>
              <a:ext uri="{FF2B5EF4-FFF2-40B4-BE49-F238E27FC236}">
                <a16:creationId xmlns:a16="http://schemas.microsoft.com/office/drawing/2014/main" id="{4721EA57-97A7-E50A-A9F7-DBD614CC5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31" y="2087887"/>
            <a:ext cx="6393907" cy="3595262"/>
          </a:xfrm>
          <a:custGeom>
            <a:avLst/>
            <a:gdLst>
              <a:gd name="connsiteX0" fmla="*/ 0 w 6393907"/>
              <a:gd name="connsiteY0" fmla="*/ 0 h 3595262"/>
              <a:gd name="connsiteX1" fmla="*/ 639391 w 6393907"/>
              <a:gd name="connsiteY1" fmla="*/ 0 h 3595262"/>
              <a:gd name="connsiteX2" fmla="*/ 1086964 w 6393907"/>
              <a:gd name="connsiteY2" fmla="*/ 0 h 3595262"/>
              <a:gd name="connsiteX3" fmla="*/ 1598477 w 6393907"/>
              <a:gd name="connsiteY3" fmla="*/ 0 h 3595262"/>
              <a:gd name="connsiteX4" fmla="*/ 2173928 w 6393907"/>
              <a:gd name="connsiteY4" fmla="*/ 0 h 3595262"/>
              <a:gd name="connsiteX5" fmla="*/ 2877258 w 6393907"/>
              <a:gd name="connsiteY5" fmla="*/ 0 h 3595262"/>
              <a:gd name="connsiteX6" fmla="*/ 3516649 w 6393907"/>
              <a:gd name="connsiteY6" fmla="*/ 0 h 3595262"/>
              <a:gd name="connsiteX7" fmla="*/ 3964222 w 6393907"/>
              <a:gd name="connsiteY7" fmla="*/ 0 h 3595262"/>
              <a:gd name="connsiteX8" fmla="*/ 4475735 w 6393907"/>
              <a:gd name="connsiteY8" fmla="*/ 0 h 3595262"/>
              <a:gd name="connsiteX9" fmla="*/ 5179065 w 6393907"/>
              <a:gd name="connsiteY9" fmla="*/ 0 h 3595262"/>
              <a:gd name="connsiteX10" fmla="*/ 6393907 w 6393907"/>
              <a:gd name="connsiteY10" fmla="*/ 0 h 3595262"/>
              <a:gd name="connsiteX11" fmla="*/ 6393907 w 6393907"/>
              <a:gd name="connsiteY11" fmla="*/ 527305 h 3595262"/>
              <a:gd name="connsiteX12" fmla="*/ 6393907 w 6393907"/>
              <a:gd name="connsiteY12" fmla="*/ 1162468 h 3595262"/>
              <a:gd name="connsiteX13" fmla="*/ 6393907 w 6393907"/>
              <a:gd name="connsiteY13" fmla="*/ 1653821 h 3595262"/>
              <a:gd name="connsiteX14" fmla="*/ 6393907 w 6393907"/>
              <a:gd name="connsiteY14" fmla="*/ 2288983 h 3595262"/>
              <a:gd name="connsiteX15" fmla="*/ 6393907 w 6393907"/>
              <a:gd name="connsiteY15" fmla="*/ 2816289 h 3595262"/>
              <a:gd name="connsiteX16" fmla="*/ 6393907 w 6393907"/>
              <a:gd name="connsiteY16" fmla="*/ 3595262 h 3595262"/>
              <a:gd name="connsiteX17" fmla="*/ 5690577 w 6393907"/>
              <a:gd name="connsiteY17" fmla="*/ 3595262 h 3595262"/>
              <a:gd name="connsiteX18" fmla="*/ 4987247 w 6393907"/>
              <a:gd name="connsiteY18" fmla="*/ 3595262 h 3595262"/>
              <a:gd name="connsiteX19" fmla="*/ 4219979 w 6393907"/>
              <a:gd name="connsiteY19" fmla="*/ 3595262 h 3595262"/>
              <a:gd name="connsiteX20" fmla="*/ 3516649 w 6393907"/>
              <a:gd name="connsiteY20" fmla="*/ 3595262 h 3595262"/>
              <a:gd name="connsiteX21" fmla="*/ 2813319 w 6393907"/>
              <a:gd name="connsiteY21" fmla="*/ 3595262 h 3595262"/>
              <a:gd name="connsiteX22" fmla="*/ 2173928 w 6393907"/>
              <a:gd name="connsiteY22" fmla="*/ 3595262 h 3595262"/>
              <a:gd name="connsiteX23" fmla="*/ 1598477 w 6393907"/>
              <a:gd name="connsiteY23" fmla="*/ 3595262 h 3595262"/>
              <a:gd name="connsiteX24" fmla="*/ 831208 w 6393907"/>
              <a:gd name="connsiteY24" fmla="*/ 3595262 h 3595262"/>
              <a:gd name="connsiteX25" fmla="*/ 0 w 6393907"/>
              <a:gd name="connsiteY25" fmla="*/ 3595262 h 3595262"/>
              <a:gd name="connsiteX26" fmla="*/ 0 w 6393907"/>
              <a:gd name="connsiteY26" fmla="*/ 3103910 h 3595262"/>
              <a:gd name="connsiteX27" fmla="*/ 0 w 6393907"/>
              <a:gd name="connsiteY27" fmla="*/ 2576604 h 3595262"/>
              <a:gd name="connsiteX28" fmla="*/ 0 w 6393907"/>
              <a:gd name="connsiteY28" fmla="*/ 1977394 h 3595262"/>
              <a:gd name="connsiteX29" fmla="*/ 0 w 6393907"/>
              <a:gd name="connsiteY29" fmla="*/ 1450089 h 3595262"/>
              <a:gd name="connsiteX30" fmla="*/ 0 w 6393907"/>
              <a:gd name="connsiteY30" fmla="*/ 922784 h 3595262"/>
              <a:gd name="connsiteX31" fmla="*/ 0 w 6393907"/>
              <a:gd name="connsiteY31" fmla="*/ 0 h 359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393907" h="3595262" fill="none" extrusionOk="0">
                <a:moveTo>
                  <a:pt x="0" y="0"/>
                </a:moveTo>
                <a:cubicBezTo>
                  <a:pt x="207301" y="-20995"/>
                  <a:pt x="453124" y="13490"/>
                  <a:pt x="639391" y="0"/>
                </a:cubicBezTo>
                <a:cubicBezTo>
                  <a:pt x="825658" y="-13490"/>
                  <a:pt x="967312" y="-9057"/>
                  <a:pt x="1086964" y="0"/>
                </a:cubicBezTo>
                <a:cubicBezTo>
                  <a:pt x="1206616" y="9057"/>
                  <a:pt x="1370261" y="20946"/>
                  <a:pt x="1598477" y="0"/>
                </a:cubicBezTo>
                <a:cubicBezTo>
                  <a:pt x="1826693" y="-20946"/>
                  <a:pt x="1927789" y="-3371"/>
                  <a:pt x="2173928" y="0"/>
                </a:cubicBezTo>
                <a:cubicBezTo>
                  <a:pt x="2420067" y="3371"/>
                  <a:pt x="2666039" y="-7667"/>
                  <a:pt x="2877258" y="0"/>
                </a:cubicBezTo>
                <a:cubicBezTo>
                  <a:pt x="3088477" y="7667"/>
                  <a:pt x="3366693" y="19166"/>
                  <a:pt x="3516649" y="0"/>
                </a:cubicBezTo>
                <a:cubicBezTo>
                  <a:pt x="3666605" y="-19166"/>
                  <a:pt x="3827338" y="-9782"/>
                  <a:pt x="3964222" y="0"/>
                </a:cubicBezTo>
                <a:cubicBezTo>
                  <a:pt x="4101106" y="9782"/>
                  <a:pt x="4271377" y="960"/>
                  <a:pt x="4475735" y="0"/>
                </a:cubicBezTo>
                <a:cubicBezTo>
                  <a:pt x="4680093" y="-960"/>
                  <a:pt x="4859370" y="15304"/>
                  <a:pt x="5179065" y="0"/>
                </a:cubicBezTo>
                <a:cubicBezTo>
                  <a:pt x="5498760" y="-15304"/>
                  <a:pt x="5828522" y="-41039"/>
                  <a:pt x="6393907" y="0"/>
                </a:cubicBezTo>
                <a:cubicBezTo>
                  <a:pt x="6410905" y="169235"/>
                  <a:pt x="6409629" y="310149"/>
                  <a:pt x="6393907" y="527305"/>
                </a:cubicBezTo>
                <a:cubicBezTo>
                  <a:pt x="6378185" y="744462"/>
                  <a:pt x="6402804" y="1003608"/>
                  <a:pt x="6393907" y="1162468"/>
                </a:cubicBezTo>
                <a:cubicBezTo>
                  <a:pt x="6385010" y="1321328"/>
                  <a:pt x="6383428" y="1435196"/>
                  <a:pt x="6393907" y="1653821"/>
                </a:cubicBezTo>
                <a:cubicBezTo>
                  <a:pt x="6404386" y="1872446"/>
                  <a:pt x="6416534" y="2001011"/>
                  <a:pt x="6393907" y="2288983"/>
                </a:cubicBezTo>
                <a:cubicBezTo>
                  <a:pt x="6371280" y="2576955"/>
                  <a:pt x="6415760" y="2582066"/>
                  <a:pt x="6393907" y="2816289"/>
                </a:cubicBezTo>
                <a:cubicBezTo>
                  <a:pt x="6372054" y="3050512"/>
                  <a:pt x="6424811" y="3301136"/>
                  <a:pt x="6393907" y="3595262"/>
                </a:cubicBezTo>
                <a:cubicBezTo>
                  <a:pt x="6110946" y="3587978"/>
                  <a:pt x="5895051" y="3623774"/>
                  <a:pt x="5690577" y="3595262"/>
                </a:cubicBezTo>
                <a:cubicBezTo>
                  <a:pt x="5486103" y="3566751"/>
                  <a:pt x="5303017" y="3593875"/>
                  <a:pt x="4987247" y="3595262"/>
                </a:cubicBezTo>
                <a:cubicBezTo>
                  <a:pt x="4671477" y="3596650"/>
                  <a:pt x="4559041" y="3616465"/>
                  <a:pt x="4219979" y="3595262"/>
                </a:cubicBezTo>
                <a:cubicBezTo>
                  <a:pt x="3880917" y="3574059"/>
                  <a:pt x="3669771" y="3605593"/>
                  <a:pt x="3516649" y="3595262"/>
                </a:cubicBezTo>
                <a:cubicBezTo>
                  <a:pt x="3363527" y="3584932"/>
                  <a:pt x="3117921" y="3584758"/>
                  <a:pt x="2813319" y="3595262"/>
                </a:cubicBezTo>
                <a:cubicBezTo>
                  <a:pt x="2508717" y="3605767"/>
                  <a:pt x="2334112" y="3585857"/>
                  <a:pt x="2173928" y="3595262"/>
                </a:cubicBezTo>
                <a:cubicBezTo>
                  <a:pt x="2013744" y="3604667"/>
                  <a:pt x="1816687" y="3569224"/>
                  <a:pt x="1598477" y="3595262"/>
                </a:cubicBezTo>
                <a:cubicBezTo>
                  <a:pt x="1380267" y="3621300"/>
                  <a:pt x="1154287" y="3576698"/>
                  <a:pt x="831208" y="3595262"/>
                </a:cubicBezTo>
                <a:cubicBezTo>
                  <a:pt x="508129" y="3613826"/>
                  <a:pt x="383315" y="3609612"/>
                  <a:pt x="0" y="3595262"/>
                </a:cubicBezTo>
                <a:cubicBezTo>
                  <a:pt x="2325" y="3433396"/>
                  <a:pt x="-9443" y="3216674"/>
                  <a:pt x="0" y="3103910"/>
                </a:cubicBezTo>
                <a:cubicBezTo>
                  <a:pt x="9443" y="2991146"/>
                  <a:pt x="25807" y="2797781"/>
                  <a:pt x="0" y="2576604"/>
                </a:cubicBezTo>
                <a:cubicBezTo>
                  <a:pt x="-25807" y="2355427"/>
                  <a:pt x="-12315" y="2240751"/>
                  <a:pt x="0" y="1977394"/>
                </a:cubicBezTo>
                <a:cubicBezTo>
                  <a:pt x="12315" y="1714037"/>
                  <a:pt x="7365" y="1642043"/>
                  <a:pt x="0" y="1450089"/>
                </a:cubicBezTo>
                <a:cubicBezTo>
                  <a:pt x="-7365" y="1258135"/>
                  <a:pt x="13676" y="1131954"/>
                  <a:pt x="0" y="922784"/>
                </a:cubicBezTo>
                <a:cubicBezTo>
                  <a:pt x="-13676" y="713614"/>
                  <a:pt x="44358" y="400409"/>
                  <a:pt x="0" y="0"/>
                </a:cubicBezTo>
                <a:close/>
              </a:path>
              <a:path w="6393907" h="3595262" stroke="0" extrusionOk="0">
                <a:moveTo>
                  <a:pt x="0" y="0"/>
                </a:moveTo>
                <a:cubicBezTo>
                  <a:pt x="122074" y="-1465"/>
                  <a:pt x="226154" y="-16906"/>
                  <a:pt x="447573" y="0"/>
                </a:cubicBezTo>
                <a:cubicBezTo>
                  <a:pt x="668992" y="16906"/>
                  <a:pt x="749090" y="17956"/>
                  <a:pt x="959086" y="0"/>
                </a:cubicBezTo>
                <a:cubicBezTo>
                  <a:pt x="1169082" y="-17956"/>
                  <a:pt x="1308994" y="-10124"/>
                  <a:pt x="1406660" y="0"/>
                </a:cubicBezTo>
                <a:cubicBezTo>
                  <a:pt x="1504326" y="10124"/>
                  <a:pt x="1870497" y="11594"/>
                  <a:pt x="2173928" y="0"/>
                </a:cubicBezTo>
                <a:cubicBezTo>
                  <a:pt x="2477359" y="-11594"/>
                  <a:pt x="2606725" y="-30153"/>
                  <a:pt x="2813319" y="0"/>
                </a:cubicBezTo>
                <a:cubicBezTo>
                  <a:pt x="3019913" y="30153"/>
                  <a:pt x="3157795" y="-1311"/>
                  <a:pt x="3388771" y="0"/>
                </a:cubicBezTo>
                <a:cubicBezTo>
                  <a:pt x="3619747" y="1311"/>
                  <a:pt x="3749779" y="34432"/>
                  <a:pt x="4092100" y="0"/>
                </a:cubicBezTo>
                <a:cubicBezTo>
                  <a:pt x="4434421" y="-34432"/>
                  <a:pt x="4490517" y="-9928"/>
                  <a:pt x="4795430" y="0"/>
                </a:cubicBezTo>
                <a:cubicBezTo>
                  <a:pt x="5100343" y="9928"/>
                  <a:pt x="5122544" y="-25053"/>
                  <a:pt x="5434821" y="0"/>
                </a:cubicBezTo>
                <a:cubicBezTo>
                  <a:pt x="5747098" y="25053"/>
                  <a:pt x="6043171" y="24830"/>
                  <a:pt x="6393907" y="0"/>
                </a:cubicBezTo>
                <a:cubicBezTo>
                  <a:pt x="6389614" y="121691"/>
                  <a:pt x="6366870" y="393432"/>
                  <a:pt x="6393907" y="599210"/>
                </a:cubicBezTo>
                <a:cubicBezTo>
                  <a:pt x="6420945" y="804988"/>
                  <a:pt x="6386775" y="904621"/>
                  <a:pt x="6393907" y="1090563"/>
                </a:cubicBezTo>
                <a:cubicBezTo>
                  <a:pt x="6401039" y="1276505"/>
                  <a:pt x="6364329" y="1474456"/>
                  <a:pt x="6393907" y="1689773"/>
                </a:cubicBezTo>
                <a:cubicBezTo>
                  <a:pt x="6423486" y="1905090"/>
                  <a:pt x="6382883" y="1986757"/>
                  <a:pt x="6393907" y="2181126"/>
                </a:cubicBezTo>
                <a:cubicBezTo>
                  <a:pt x="6404931" y="2375495"/>
                  <a:pt x="6423595" y="2558737"/>
                  <a:pt x="6393907" y="2816289"/>
                </a:cubicBezTo>
                <a:cubicBezTo>
                  <a:pt x="6364219" y="3073841"/>
                  <a:pt x="6389564" y="3432943"/>
                  <a:pt x="6393907" y="3595262"/>
                </a:cubicBezTo>
                <a:cubicBezTo>
                  <a:pt x="6283647" y="3605471"/>
                  <a:pt x="6083733" y="3583938"/>
                  <a:pt x="5946334" y="3595262"/>
                </a:cubicBezTo>
                <a:cubicBezTo>
                  <a:pt x="5808935" y="3606586"/>
                  <a:pt x="5497051" y="3628597"/>
                  <a:pt x="5243004" y="3595262"/>
                </a:cubicBezTo>
                <a:cubicBezTo>
                  <a:pt x="4988957" y="3561928"/>
                  <a:pt x="4985585" y="3603347"/>
                  <a:pt x="4731491" y="3595262"/>
                </a:cubicBezTo>
                <a:cubicBezTo>
                  <a:pt x="4477397" y="3587177"/>
                  <a:pt x="4306296" y="3595508"/>
                  <a:pt x="4092100" y="3595262"/>
                </a:cubicBezTo>
                <a:cubicBezTo>
                  <a:pt x="3877904" y="3595016"/>
                  <a:pt x="3654792" y="3612113"/>
                  <a:pt x="3388771" y="3595262"/>
                </a:cubicBezTo>
                <a:cubicBezTo>
                  <a:pt x="3122750" y="3578411"/>
                  <a:pt x="2931535" y="3596187"/>
                  <a:pt x="2813319" y="3595262"/>
                </a:cubicBezTo>
                <a:cubicBezTo>
                  <a:pt x="2695103" y="3594337"/>
                  <a:pt x="2398801" y="3606701"/>
                  <a:pt x="2109989" y="3595262"/>
                </a:cubicBezTo>
                <a:cubicBezTo>
                  <a:pt x="1821177" y="3583824"/>
                  <a:pt x="1723214" y="3594846"/>
                  <a:pt x="1470599" y="3595262"/>
                </a:cubicBezTo>
                <a:cubicBezTo>
                  <a:pt x="1217984" y="3595679"/>
                  <a:pt x="1007308" y="3572065"/>
                  <a:pt x="767269" y="3595262"/>
                </a:cubicBezTo>
                <a:cubicBezTo>
                  <a:pt x="527230" y="3618460"/>
                  <a:pt x="303528" y="3620789"/>
                  <a:pt x="0" y="3595262"/>
                </a:cubicBezTo>
                <a:cubicBezTo>
                  <a:pt x="-26264" y="3365550"/>
                  <a:pt x="20271" y="3190072"/>
                  <a:pt x="0" y="3032004"/>
                </a:cubicBezTo>
                <a:cubicBezTo>
                  <a:pt x="-20271" y="2873936"/>
                  <a:pt x="16409" y="2638667"/>
                  <a:pt x="0" y="2432794"/>
                </a:cubicBezTo>
                <a:cubicBezTo>
                  <a:pt x="-16409" y="2226921"/>
                  <a:pt x="12742" y="2031775"/>
                  <a:pt x="0" y="1761678"/>
                </a:cubicBezTo>
                <a:cubicBezTo>
                  <a:pt x="-12742" y="1491581"/>
                  <a:pt x="18224" y="1394942"/>
                  <a:pt x="0" y="1270326"/>
                </a:cubicBezTo>
                <a:cubicBezTo>
                  <a:pt x="-18224" y="1145710"/>
                  <a:pt x="-20273" y="937993"/>
                  <a:pt x="0" y="671116"/>
                </a:cubicBezTo>
                <a:cubicBezTo>
                  <a:pt x="20273" y="404239"/>
                  <a:pt x="-8243" y="160862"/>
                  <a:pt x="0" y="0"/>
                </a:cubicBezTo>
                <a:close/>
              </a:path>
            </a:pathLst>
          </a:custGeom>
          <a:ln w="57150">
            <a:solidFill>
              <a:srgbClr val="FACA44"/>
            </a:solidFill>
            <a:extLst>
              <a:ext uri="{C807C97D-BFC1-408E-A445-0C87EB9F89A2}">
                <ask:lineSketchStyleProps xmlns:ask="http://schemas.microsoft.com/office/drawing/2018/sketchyshapes" sd="354019085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0" name="ZoneTexte 6">
            <a:extLst>
              <a:ext uri="{FF2B5EF4-FFF2-40B4-BE49-F238E27FC236}">
                <a16:creationId xmlns:a16="http://schemas.microsoft.com/office/drawing/2014/main" id="{E989BC55-C9C2-49A4-766B-D008ACB4B4B0}"/>
              </a:ext>
            </a:extLst>
          </p:cNvPr>
          <p:cNvSpPr txBox="1"/>
          <p:nvPr/>
        </p:nvSpPr>
        <p:spPr>
          <a:xfrm>
            <a:off x="7484601" y="2765596"/>
            <a:ext cx="5511113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>
                <a:solidFill>
                  <a:srgbClr val="FF69B4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Total </a:t>
            </a:r>
            <a:r>
              <a:rPr lang="fr-FR" sz="2400" err="1">
                <a:solidFill>
                  <a:srgbClr val="FF69B4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Medals</a:t>
            </a:r>
            <a:r>
              <a:rPr lang="fr-FR" sz="2400">
                <a:solidFill>
                  <a:srgbClr val="FF69B4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</a:t>
            </a:r>
            <a:r>
              <a:rPr lang="fr-FR" sz="240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: </a:t>
            </a:r>
            <a:r>
              <a:rPr lang="fr-FR" sz="2400">
                <a:solidFill>
                  <a:schemeClr val="accent4">
                    <a:lumMod val="60000"/>
                    <a:lumOff val="4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963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Gold </a:t>
            </a:r>
            <a:r>
              <a:rPr lang="fr-FR" sz="2400">
                <a:solidFill>
                  <a:schemeClr val="accent4">
                    <a:lumMod val="60000"/>
                    <a:lumOff val="4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: 321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Silver </a:t>
            </a:r>
            <a:r>
              <a:rPr lang="fr-FR" sz="2400">
                <a:solidFill>
                  <a:schemeClr val="accent4">
                    <a:lumMod val="60000"/>
                    <a:lumOff val="4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: 321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Bronze : </a:t>
            </a:r>
            <a:r>
              <a:rPr lang="fr-FR" sz="2400">
                <a:solidFill>
                  <a:schemeClr val="accent4">
                    <a:lumMod val="60000"/>
                    <a:lumOff val="40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321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67F6C6-3D0E-34FC-8E20-6AC203C6180F}"/>
              </a:ext>
            </a:extLst>
          </p:cNvPr>
          <p:cNvSpPr txBox="1"/>
          <p:nvPr/>
        </p:nvSpPr>
        <p:spPr>
          <a:xfrm>
            <a:off x="2970178" y="5846771"/>
            <a:ext cx="1223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Medals</a:t>
            </a:r>
          </a:p>
        </p:txBody>
      </p:sp>
      <p:sp>
        <p:nvSpPr>
          <p:cNvPr id="12" name="ZoneTexte 5">
            <a:extLst>
              <a:ext uri="{FF2B5EF4-FFF2-40B4-BE49-F238E27FC236}">
                <a16:creationId xmlns:a16="http://schemas.microsoft.com/office/drawing/2014/main" id="{27ECFC37-D3F9-3544-1A1D-DCAEC968229C}"/>
              </a:ext>
            </a:extLst>
          </p:cNvPr>
          <p:cNvSpPr txBox="1"/>
          <p:nvPr/>
        </p:nvSpPr>
        <p:spPr>
          <a:xfrm>
            <a:off x="7019635" y="437139"/>
            <a:ext cx="48398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latin typeface="HelveticaNeueforSAS Light" panose="020B0403020202020204" pitchFamily="34" charset="0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Patrimoine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Évolution &amp; Impacte</a:t>
            </a:r>
          </a:p>
        </p:txBody>
      </p:sp>
    </p:spTree>
    <p:extLst>
      <p:ext uri="{BB962C8B-B14F-4D97-AF65-F5344CB8AC3E}">
        <p14:creationId xmlns:p14="http://schemas.microsoft.com/office/powerpoint/2010/main" val="585609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072A0-CF61-9BF1-FDCA-9995429B4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A279DB-D5AA-2005-743C-29B5BB8C8020}"/>
              </a:ext>
            </a:extLst>
          </p:cNvPr>
          <p:cNvSpPr/>
          <p:nvPr/>
        </p:nvSpPr>
        <p:spPr>
          <a:xfrm>
            <a:off x="0" y="0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6EA510-5DF2-1C20-13C1-93276683D1EB}"/>
              </a:ext>
            </a:extLst>
          </p:cNvPr>
          <p:cNvSpPr/>
          <p:nvPr/>
        </p:nvSpPr>
        <p:spPr>
          <a:xfrm>
            <a:off x="397163" y="277091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0A5BB26-545A-A237-130F-C459F141465F}"/>
              </a:ext>
            </a:extLst>
          </p:cNvPr>
          <p:cNvSpPr txBox="1"/>
          <p:nvPr/>
        </p:nvSpPr>
        <p:spPr>
          <a:xfrm>
            <a:off x="1137054" y="277091"/>
            <a:ext cx="443342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err="1">
                <a:solidFill>
                  <a:srgbClr val="170B0B"/>
                </a:solidFill>
                <a:latin typeface="HelveticaNeueforSAS Light" panose="020B0403020202020204" pitchFamily="34" charset="0"/>
              </a:rPr>
              <a:t>Context</a:t>
            </a:r>
            <a:r>
              <a:rPr lang="fr-FR" sz="2000" b="1">
                <a:solidFill>
                  <a:srgbClr val="170B0B"/>
                </a:solidFill>
                <a:latin typeface="HelveticaNeueforSAS Light" panose="020B0403020202020204" pitchFamily="34" charset="0"/>
              </a:rPr>
              <a:t> </a:t>
            </a:r>
            <a:endParaRPr lang="fr-FR" sz="3200" b="1">
              <a:solidFill>
                <a:srgbClr val="FCBB14"/>
              </a:solidFill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err="1">
                <a:latin typeface="HelveticaNeueforSAS Light" panose="020B0403020202020204" pitchFamily="34" charset="0"/>
              </a:rPr>
              <a:t>Geographical</a:t>
            </a:r>
            <a:r>
              <a:rPr lang="fr-FR" b="1">
                <a:latin typeface="HelveticaNeueforSAS Light" panose="020B0403020202020204" pitchFamily="34" charset="0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Human data &amp; Economy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err="1">
                <a:latin typeface="HelveticaNeueforSAS Light" panose="020B0403020202020204" pitchFamily="34" charset="0"/>
              </a:rPr>
              <a:t>Itinerary</a:t>
            </a:r>
            <a:r>
              <a:rPr lang="fr-FR" b="1">
                <a:latin typeface="HelveticaNeueforSAS Light" panose="020B0403020202020204" pitchFamily="34" charset="0"/>
              </a:rPr>
              <a:t> </a:t>
            </a:r>
            <a:r>
              <a:rPr lang="fr-FR" b="1" err="1">
                <a:latin typeface="HelveticaNeueforSAS Light" panose="020B0403020202020204" pitchFamily="34" charset="0"/>
              </a:rPr>
              <a:t>overview</a:t>
            </a:r>
            <a:endParaRPr lang="fr-FR" b="1"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2000" b="1" err="1">
                <a:latin typeface="HelveticaNeueforSAS Light" panose="020B0403020202020204" pitchFamily="34" charset="0"/>
              </a:rPr>
              <a:t>Athletes</a:t>
            </a:r>
            <a:r>
              <a:rPr lang="fr-FR" sz="2000" b="1">
                <a:latin typeface="HelveticaNeueforSAS Light" panose="020B0403020202020204" pitchFamily="34" charset="0"/>
              </a:rPr>
              <a:t> &amp; </a:t>
            </a:r>
            <a:r>
              <a:rPr lang="fr-FR" sz="2000" b="1" err="1">
                <a:latin typeface="HelveticaNeueforSAS Light" panose="020B0403020202020204" pitchFamily="34" charset="0"/>
              </a:rPr>
              <a:t>visitors</a:t>
            </a:r>
            <a:endParaRPr lang="fr-FR" sz="2000" b="1"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b="1">
              <a:latin typeface="HelveticaNeueforSAS Light" panose="020B0403020202020204" pitchFamily="34" charset="0"/>
            </a:endParaRPr>
          </a:p>
          <a:p>
            <a:endParaRPr lang="fr-FR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00EE15-7AE4-5241-4FF2-FEA4C619FEDD}"/>
              </a:ext>
            </a:extLst>
          </p:cNvPr>
          <p:cNvSpPr/>
          <p:nvPr/>
        </p:nvSpPr>
        <p:spPr>
          <a:xfrm>
            <a:off x="6314477" y="277887"/>
            <a:ext cx="5384266" cy="1552511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D0B90D-0B15-AE27-0A7B-114CA89C4B89}"/>
              </a:ext>
            </a:extLst>
          </p:cNvPr>
          <p:cNvSpPr txBox="1"/>
          <p:nvPr/>
        </p:nvSpPr>
        <p:spPr>
          <a:xfrm>
            <a:off x="11554691" y="63084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rgbClr val="FCBB14"/>
                </a:solidFill>
              </a:rPr>
              <a:t>8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2BA66B-561D-AFAB-0941-BAFDBD8E3C6D}"/>
              </a:ext>
            </a:extLst>
          </p:cNvPr>
          <p:cNvSpPr txBox="1"/>
          <p:nvPr/>
        </p:nvSpPr>
        <p:spPr>
          <a:xfrm>
            <a:off x="7019635" y="437139"/>
            <a:ext cx="4839856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HelveticaNeueforSAS Light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sz="2000" b="1" u="sng" dirty="0">
                <a:solidFill>
                  <a:srgbClr val="FACA44"/>
                </a:solidFill>
                <a:latin typeface="HelveticaNeueforSAS Light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Patrimoine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 panose="020B0403020202020204" pitchFamily="34" charset="0"/>
              </a:rPr>
              <a:t>Évolution &amp; Impacte</a:t>
            </a:r>
          </a:p>
        </p:txBody>
      </p:sp>
      <p:pic>
        <p:nvPicPr>
          <p:cNvPr id="11" name="Picture 10" descr="A poster of a history timeline&#10;&#10;Description automatically generated">
            <a:extLst>
              <a:ext uri="{FF2B5EF4-FFF2-40B4-BE49-F238E27FC236}">
                <a16:creationId xmlns:a16="http://schemas.microsoft.com/office/drawing/2014/main" id="{F77E488C-295B-DAF8-6C64-C4D7DAB84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879" y="1911497"/>
            <a:ext cx="6146241" cy="4201911"/>
          </a:xfrm>
          <a:custGeom>
            <a:avLst/>
            <a:gdLst>
              <a:gd name="connsiteX0" fmla="*/ 0 w 6146241"/>
              <a:gd name="connsiteY0" fmla="*/ 0 h 4201911"/>
              <a:gd name="connsiteX1" fmla="*/ 559991 w 6146241"/>
              <a:gd name="connsiteY1" fmla="*/ 0 h 4201911"/>
              <a:gd name="connsiteX2" fmla="*/ 1242907 w 6146241"/>
              <a:gd name="connsiteY2" fmla="*/ 0 h 4201911"/>
              <a:gd name="connsiteX3" fmla="*/ 2048747 w 6146241"/>
              <a:gd name="connsiteY3" fmla="*/ 0 h 4201911"/>
              <a:gd name="connsiteX4" fmla="*/ 2608738 w 6146241"/>
              <a:gd name="connsiteY4" fmla="*/ 0 h 4201911"/>
              <a:gd name="connsiteX5" fmla="*/ 3353116 w 6146241"/>
              <a:gd name="connsiteY5" fmla="*/ 0 h 4201911"/>
              <a:gd name="connsiteX6" fmla="*/ 3913107 w 6146241"/>
              <a:gd name="connsiteY6" fmla="*/ 0 h 4201911"/>
              <a:gd name="connsiteX7" fmla="*/ 4596022 w 6146241"/>
              <a:gd name="connsiteY7" fmla="*/ 0 h 4201911"/>
              <a:gd name="connsiteX8" fmla="*/ 5340401 w 6146241"/>
              <a:gd name="connsiteY8" fmla="*/ 0 h 4201911"/>
              <a:gd name="connsiteX9" fmla="*/ 6146241 w 6146241"/>
              <a:gd name="connsiteY9" fmla="*/ 0 h 4201911"/>
              <a:gd name="connsiteX10" fmla="*/ 6146241 w 6146241"/>
              <a:gd name="connsiteY10" fmla="*/ 474216 h 4201911"/>
              <a:gd name="connsiteX11" fmla="*/ 6146241 w 6146241"/>
              <a:gd name="connsiteY11" fmla="*/ 1074489 h 4201911"/>
              <a:gd name="connsiteX12" fmla="*/ 6146241 w 6146241"/>
              <a:gd name="connsiteY12" fmla="*/ 1758800 h 4201911"/>
              <a:gd name="connsiteX13" fmla="*/ 6146241 w 6146241"/>
              <a:gd name="connsiteY13" fmla="*/ 2401092 h 4201911"/>
              <a:gd name="connsiteX14" fmla="*/ 6146241 w 6146241"/>
              <a:gd name="connsiteY14" fmla="*/ 2959346 h 4201911"/>
              <a:gd name="connsiteX15" fmla="*/ 6146241 w 6146241"/>
              <a:gd name="connsiteY15" fmla="*/ 3601638 h 4201911"/>
              <a:gd name="connsiteX16" fmla="*/ 6146241 w 6146241"/>
              <a:gd name="connsiteY16" fmla="*/ 4201911 h 4201911"/>
              <a:gd name="connsiteX17" fmla="*/ 5463325 w 6146241"/>
              <a:gd name="connsiteY17" fmla="*/ 4201911 h 4201911"/>
              <a:gd name="connsiteX18" fmla="*/ 4657485 w 6146241"/>
              <a:gd name="connsiteY18" fmla="*/ 4201911 h 4201911"/>
              <a:gd name="connsiteX19" fmla="*/ 3851644 w 6146241"/>
              <a:gd name="connsiteY19" fmla="*/ 4201911 h 4201911"/>
              <a:gd name="connsiteX20" fmla="*/ 3107266 w 6146241"/>
              <a:gd name="connsiteY20" fmla="*/ 4201911 h 4201911"/>
              <a:gd name="connsiteX21" fmla="*/ 2362888 w 6146241"/>
              <a:gd name="connsiteY21" fmla="*/ 4201911 h 4201911"/>
              <a:gd name="connsiteX22" fmla="*/ 1618510 w 6146241"/>
              <a:gd name="connsiteY22" fmla="*/ 4201911 h 4201911"/>
              <a:gd name="connsiteX23" fmla="*/ 1058519 w 6146241"/>
              <a:gd name="connsiteY23" fmla="*/ 4201911 h 4201911"/>
              <a:gd name="connsiteX24" fmla="*/ 0 w 6146241"/>
              <a:gd name="connsiteY24" fmla="*/ 4201911 h 4201911"/>
              <a:gd name="connsiteX25" fmla="*/ 0 w 6146241"/>
              <a:gd name="connsiteY25" fmla="*/ 3601638 h 4201911"/>
              <a:gd name="connsiteX26" fmla="*/ 0 w 6146241"/>
              <a:gd name="connsiteY26" fmla="*/ 3127422 h 4201911"/>
              <a:gd name="connsiteX27" fmla="*/ 0 w 6146241"/>
              <a:gd name="connsiteY27" fmla="*/ 2485130 h 4201911"/>
              <a:gd name="connsiteX28" fmla="*/ 0 w 6146241"/>
              <a:gd name="connsiteY28" fmla="*/ 2010915 h 4201911"/>
              <a:gd name="connsiteX29" fmla="*/ 0 w 6146241"/>
              <a:gd name="connsiteY29" fmla="*/ 1410642 h 4201911"/>
              <a:gd name="connsiteX30" fmla="*/ 0 w 6146241"/>
              <a:gd name="connsiteY30" fmla="*/ 726330 h 4201911"/>
              <a:gd name="connsiteX31" fmla="*/ 0 w 6146241"/>
              <a:gd name="connsiteY31" fmla="*/ 0 h 4201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146241" h="4201911" fill="none" extrusionOk="0">
                <a:moveTo>
                  <a:pt x="0" y="0"/>
                </a:moveTo>
                <a:cubicBezTo>
                  <a:pt x="121334" y="-1889"/>
                  <a:pt x="301419" y="1526"/>
                  <a:pt x="559991" y="0"/>
                </a:cubicBezTo>
                <a:cubicBezTo>
                  <a:pt x="818563" y="-1526"/>
                  <a:pt x="942105" y="15666"/>
                  <a:pt x="1242907" y="0"/>
                </a:cubicBezTo>
                <a:cubicBezTo>
                  <a:pt x="1543709" y="-15666"/>
                  <a:pt x="1757330" y="-33354"/>
                  <a:pt x="2048747" y="0"/>
                </a:cubicBezTo>
                <a:cubicBezTo>
                  <a:pt x="2340164" y="33354"/>
                  <a:pt x="2485657" y="-10464"/>
                  <a:pt x="2608738" y="0"/>
                </a:cubicBezTo>
                <a:cubicBezTo>
                  <a:pt x="2731819" y="10464"/>
                  <a:pt x="3142763" y="-26422"/>
                  <a:pt x="3353116" y="0"/>
                </a:cubicBezTo>
                <a:cubicBezTo>
                  <a:pt x="3563469" y="26422"/>
                  <a:pt x="3793624" y="-23050"/>
                  <a:pt x="3913107" y="0"/>
                </a:cubicBezTo>
                <a:cubicBezTo>
                  <a:pt x="4032590" y="23050"/>
                  <a:pt x="4395908" y="7452"/>
                  <a:pt x="4596022" y="0"/>
                </a:cubicBezTo>
                <a:cubicBezTo>
                  <a:pt x="4796137" y="-7452"/>
                  <a:pt x="5010847" y="8689"/>
                  <a:pt x="5340401" y="0"/>
                </a:cubicBezTo>
                <a:cubicBezTo>
                  <a:pt x="5669955" y="-8689"/>
                  <a:pt x="5817875" y="-18015"/>
                  <a:pt x="6146241" y="0"/>
                </a:cubicBezTo>
                <a:cubicBezTo>
                  <a:pt x="6164955" y="221063"/>
                  <a:pt x="6150409" y="243275"/>
                  <a:pt x="6146241" y="474216"/>
                </a:cubicBezTo>
                <a:cubicBezTo>
                  <a:pt x="6142073" y="705157"/>
                  <a:pt x="6160844" y="920067"/>
                  <a:pt x="6146241" y="1074489"/>
                </a:cubicBezTo>
                <a:cubicBezTo>
                  <a:pt x="6131638" y="1228911"/>
                  <a:pt x="6115777" y="1508005"/>
                  <a:pt x="6146241" y="1758800"/>
                </a:cubicBezTo>
                <a:cubicBezTo>
                  <a:pt x="6176705" y="2009595"/>
                  <a:pt x="6176466" y="2242029"/>
                  <a:pt x="6146241" y="2401092"/>
                </a:cubicBezTo>
                <a:cubicBezTo>
                  <a:pt x="6116016" y="2560155"/>
                  <a:pt x="6136968" y="2842320"/>
                  <a:pt x="6146241" y="2959346"/>
                </a:cubicBezTo>
                <a:cubicBezTo>
                  <a:pt x="6155514" y="3076372"/>
                  <a:pt x="6167906" y="3296962"/>
                  <a:pt x="6146241" y="3601638"/>
                </a:cubicBezTo>
                <a:cubicBezTo>
                  <a:pt x="6124576" y="3906314"/>
                  <a:pt x="6139032" y="3979579"/>
                  <a:pt x="6146241" y="4201911"/>
                </a:cubicBezTo>
                <a:cubicBezTo>
                  <a:pt x="5911358" y="4198311"/>
                  <a:pt x="5731873" y="4194867"/>
                  <a:pt x="5463325" y="4201911"/>
                </a:cubicBezTo>
                <a:cubicBezTo>
                  <a:pt x="5194777" y="4208955"/>
                  <a:pt x="4832615" y="4214507"/>
                  <a:pt x="4657485" y="4201911"/>
                </a:cubicBezTo>
                <a:cubicBezTo>
                  <a:pt x="4482355" y="4189315"/>
                  <a:pt x="4222611" y="4217972"/>
                  <a:pt x="3851644" y="4201911"/>
                </a:cubicBezTo>
                <a:cubicBezTo>
                  <a:pt x="3480677" y="4185850"/>
                  <a:pt x="3440568" y="4193655"/>
                  <a:pt x="3107266" y="4201911"/>
                </a:cubicBezTo>
                <a:cubicBezTo>
                  <a:pt x="2773964" y="4210167"/>
                  <a:pt x="2719523" y="4204568"/>
                  <a:pt x="2362888" y="4201911"/>
                </a:cubicBezTo>
                <a:cubicBezTo>
                  <a:pt x="2006253" y="4199254"/>
                  <a:pt x="1937944" y="4205617"/>
                  <a:pt x="1618510" y="4201911"/>
                </a:cubicBezTo>
                <a:cubicBezTo>
                  <a:pt x="1299076" y="4198205"/>
                  <a:pt x="1315590" y="4215149"/>
                  <a:pt x="1058519" y="4201911"/>
                </a:cubicBezTo>
                <a:cubicBezTo>
                  <a:pt x="801448" y="4188673"/>
                  <a:pt x="424080" y="4213349"/>
                  <a:pt x="0" y="4201911"/>
                </a:cubicBezTo>
                <a:cubicBezTo>
                  <a:pt x="-24825" y="4023204"/>
                  <a:pt x="-12611" y="3775978"/>
                  <a:pt x="0" y="3601638"/>
                </a:cubicBezTo>
                <a:cubicBezTo>
                  <a:pt x="12611" y="3427298"/>
                  <a:pt x="-19535" y="3320022"/>
                  <a:pt x="0" y="3127422"/>
                </a:cubicBezTo>
                <a:cubicBezTo>
                  <a:pt x="19535" y="2934822"/>
                  <a:pt x="-3640" y="2719843"/>
                  <a:pt x="0" y="2485130"/>
                </a:cubicBezTo>
                <a:cubicBezTo>
                  <a:pt x="3640" y="2250417"/>
                  <a:pt x="14577" y="2108912"/>
                  <a:pt x="0" y="2010915"/>
                </a:cubicBezTo>
                <a:cubicBezTo>
                  <a:pt x="-14577" y="1912918"/>
                  <a:pt x="-7554" y="1601475"/>
                  <a:pt x="0" y="1410642"/>
                </a:cubicBezTo>
                <a:cubicBezTo>
                  <a:pt x="7554" y="1219809"/>
                  <a:pt x="9102" y="1015867"/>
                  <a:pt x="0" y="726330"/>
                </a:cubicBezTo>
                <a:cubicBezTo>
                  <a:pt x="-9102" y="436793"/>
                  <a:pt x="31383" y="150171"/>
                  <a:pt x="0" y="0"/>
                </a:cubicBezTo>
                <a:close/>
              </a:path>
              <a:path w="6146241" h="4201911" stroke="0" extrusionOk="0">
                <a:moveTo>
                  <a:pt x="0" y="0"/>
                </a:moveTo>
                <a:cubicBezTo>
                  <a:pt x="237201" y="28556"/>
                  <a:pt x="384447" y="1175"/>
                  <a:pt x="621453" y="0"/>
                </a:cubicBezTo>
                <a:cubicBezTo>
                  <a:pt x="858459" y="-1175"/>
                  <a:pt x="1007121" y="14876"/>
                  <a:pt x="1119982" y="0"/>
                </a:cubicBezTo>
                <a:cubicBezTo>
                  <a:pt x="1232843" y="-14876"/>
                  <a:pt x="1700059" y="-3207"/>
                  <a:pt x="1925822" y="0"/>
                </a:cubicBezTo>
                <a:cubicBezTo>
                  <a:pt x="2151585" y="3207"/>
                  <a:pt x="2355420" y="-30251"/>
                  <a:pt x="2547275" y="0"/>
                </a:cubicBezTo>
                <a:cubicBezTo>
                  <a:pt x="2739130" y="30251"/>
                  <a:pt x="2932540" y="-4663"/>
                  <a:pt x="3168729" y="0"/>
                </a:cubicBezTo>
                <a:cubicBezTo>
                  <a:pt x="3404918" y="4663"/>
                  <a:pt x="3604402" y="-21237"/>
                  <a:pt x="3974569" y="0"/>
                </a:cubicBezTo>
                <a:cubicBezTo>
                  <a:pt x="4344736" y="21237"/>
                  <a:pt x="4401006" y="17944"/>
                  <a:pt x="4534560" y="0"/>
                </a:cubicBezTo>
                <a:cubicBezTo>
                  <a:pt x="4668114" y="-17944"/>
                  <a:pt x="4997360" y="8085"/>
                  <a:pt x="5340401" y="0"/>
                </a:cubicBezTo>
                <a:cubicBezTo>
                  <a:pt x="5683442" y="-8085"/>
                  <a:pt x="5910793" y="31777"/>
                  <a:pt x="6146241" y="0"/>
                </a:cubicBezTo>
                <a:cubicBezTo>
                  <a:pt x="6167302" y="214470"/>
                  <a:pt x="6136509" y="433956"/>
                  <a:pt x="6146241" y="600273"/>
                </a:cubicBezTo>
                <a:cubicBezTo>
                  <a:pt x="6155973" y="766590"/>
                  <a:pt x="6164670" y="1076118"/>
                  <a:pt x="6146241" y="1200546"/>
                </a:cubicBezTo>
                <a:cubicBezTo>
                  <a:pt x="6127812" y="1324974"/>
                  <a:pt x="6147783" y="1593218"/>
                  <a:pt x="6146241" y="1842838"/>
                </a:cubicBezTo>
                <a:cubicBezTo>
                  <a:pt x="6144699" y="2092458"/>
                  <a:pt x="6137079" y="2215844"/>
                  <a:pt x="6146241" y="2317054"/>
                </a:cubicBezTo>
                <a:cubicBezTo>
                  <a:pt x="6155403" y="2418264"/>
                  <a:pt x="6124889" y="2624053"/>
                  <a:pt x="6146241" y="2917327"/>
                </a:cubicBezTo>
                <a:cubicBezTo>
                  <a:pt x="6167593" y="3210601"/>
                  <a:pt x="6154655" y="3314729"/>
                  <a:pt x="6146241" y="3517600"/>
                </a:cubicBezTo>
                <a:cubicBezTo>
                  <a:pt x="6137827" y="3720471"/>
                  <a:pt x="6161306" y="3975324"/>
                  <a:pt x="6146241" y="4201911"/>
                </a:cubicBezTo>
                <a:cubicBezTo>
                  <a:pt x="5992327" y="4173857"/>
                  <a:pt x="5767218" y="4200582"/>
                  <a:pt x="5401863" y="4201911"/>
                </a:cubicBezTo>
                <a:cubicBezTo>
                  <a:pt x="5036508" y="4203240"/>
                  <a:pt x="4931327" y="4230004"/>
                  <a:pt x="4718947" y="4201911"/>
                </a:cubicBezTo>
                <a:cubicBezTo>
                  <a:pt x="4506567" y="4173818"/>
                  <a:pt x="4427962" y="4187852"/>
                  <a:pt x="4220419" y="4201911"/>
                </a:cubicBezTo>
                <a:cubicBezTo>
                  <a:pt x="4012876" y="4215970"/>
                  <a:pt x="3845105" y="4215938"/>
                  <a:pt x="3660428" y="4201911"/>
                </a:cubicBezTo>
                <a:cubicBezTo>
                  <a:pt x="3475751" y="4187884"/>
                  <a:pt x="3071280" y="4175060"/>
                  <a:pt x="2854587" y="4201911"/>
                </a:cubicBezTo>
                <a:cubicBezTo>
                  <a:pt x="2637894" y="4228762"/>
                  <a:pt x="2336207" y="4187195"/>
                  <a:pt x="2171672" y="4201911"/>
                </a:cubicBezTo>
                <a:cubicBezTo>
                  <a:pt x="2007137" y="4216627"/>
                  <a:pt x="1852855" y="4210636"/>
                  <a:pt x="1611681" y="4201911"/>
                </a:cubicBezTo>
                <a:cubicBezTo>
                  <a:pt x="1370507" y="4193186"/>
                  <a:pt x="1191143" y="4176710"/>
                  <a:pt x="928765" y="4201911"/>
                </a:cubicBezTo>
                <a:cubicBezTo>
                  <a:pt x="666387" y="4227112"/>
                  <a:pt x="422007" y="4214082"/>
                  <a:pt x="0" y="4201911"/>
                </a:cubicBezTo>
                <a:cubicBezTo>
                  <a:pt x="-15900" y="4068052"/>
                  <a:pt x="-22713" y="3954253"/>
                  <a:pt x="0" y="3727695"/>
                </a:cubicBezTo>
                <a:cubicBezTo>
                  <a:pt x="22713" y="3501137"/>
                  <a:pt x="20325" y="3256977"/>
                  <a:pt x="0" y="3085403"/>
                </a:cubicBezTo>
                <a:cubicBezTo>
                  <a:pt x="-20325" y="2913829"/>
                  <a:pt x="-24894" y="2724240"/>
                  <a:pt x="0" y="2569168"/>
                </a:cubicBezTo>
                <a:cubicBezTo>
                  <a:pt x="24894" y="2414096"/>
                  <a:pt x="-20635" y="2042238"/>
                  <a:pt x="0" y="1884857"/>
                </a:cubicBezTo>
                <a:cubicBezTo>
                  <a:pt x="20635" y="1727476"/>
                  <a:pt x="7178" y="1547796"/>
                  <a:pt x="0" y="1326603"/>
                </a:cubicBezTo>
                <a:cubicBezTo>
                  <a:pt x="-7178" y="1105410"/>
                  <a:pt x="-18015" y="1054799"/>
                  <a:pt x="0" y="852388"/>
                </a:cubicBezTo>
                <a:cubicBezTo>
                  <a:pt x="18015" y="649977"/>
                  <a:pt x="40751" y="329464"/>
                  <a:pt x="0" y="0"/>
                </a:cubicBezTo>
                <a:close/>
              </a:path>
            </a:pathLst>
          </a:custGeom>
          <a:ln w="57150">
            <a:solidFill>
              <a:srgbClr val="E24F9B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212592-077A-DD49-F993-09ECBAB5CBF7}"/>
              </a:ext>
            </a:extLst>
          </p:cNvPr>
          <p:cNvSpPr txBox="1"/>
          <p:nvPr/>
        </p:nvSpPr>
        <p:spPr>
          <a:xfrm>
            <a:off x="4639734" y="6236195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chemeClr val="bg1"/>
                </a:solidFill>
                <a:effectLst/>
                <a:latin typeface="Helvetica" pitchFamily="2" charset="0"/>
              </a:rPr>
              <a:t>Ligne</a:t>
            </a:r>
            <a:r>
              <a:rPr lang="en-US">
                <a:solidFill>
                  <a:schemeClr val="bg1"/>
                </a:solidFill>
                <a:effectLst/>
                <a:latin typeface="Helvetica" pitchFamily="2" charset="0"/>
              </a:rPr>
              <a:t> du temps de </a:t>
            </a:r>
            <a:r>
              <a:rPr lang="en-US" err="1">
                <a:solidFill>
                  <a:schemeClr val="bg1"/>
                </a:solidFill>
                <a:effectLst/>
                <a:latin typeface="Helvetica" pitchFamily="2" charset="0"/>
              </a:rPr>
              <a:t>l’histoire</a:t>
            </a:r>
            <a:endParaRPr lang="en-US">
              <a:solidFill>
                <a:schemeClr val="bg1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29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51CC1-CEBE-48CF-B174-807485D0A769}"/>
              </a:ext>
            </a:extLst>
          </p:cNvPr>
          <p:cNvSpPr/>
          <p:nvPr/>
        </p:nvSpPr>
        <p:spPr>
          <a:xfrm>
            <a:off x="0" y="0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59913-C621-44E8-BED7-694DB61155F9}"/>
              </a:ext>
            </a:extLst>
          </p:cNvPr>
          <p:cNvSpPr/>
          <p:nvPr/>
        </p:nvSpPr>
        <p:spPr>
          <a:xfrm>
            <a:off x="6368476" y="315400"/>
            <a:ext cx="5421744" cy="1200727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map of a city&#10;&#10;Description automatically generated">
            <a:extLst>
              <a:ext uri="{FF2B5EF4-FFF2-40B4-BE49-F238E27FC236}">
                <a16:creationId xmlns:a16="http://schemas.microsoft.com/office/drawing/2014/main" id="{61E5B14D-3203-B090-E44A-C14750CD7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05" y="2005999"/>
            <a:ext cx="6705600" cy="4381500"/>
          </a:xfrm>
          <a:custGeom>
            <a:avLst/>
            <a:gdLst>
              <a:gd name="connsiteX0" fmla="*/ 0 w 6705600"/>
              <a:gd name="connsiteY0" fmla="*/ 0 h 4381500"/>
              <a:gd name="connsiteX1" fmla="*/ 804672 w 6705600"/>
              <a:gd name="connsiteY1" fmla="*/ 0 h 4381500"/>
              <a:gd name="connsiteX2" fmla="*/ 1475232 w 6705600"/>
              <a:gd name="connsiteY2" fmla="*/ 0 h 4381500"/>
              <a:gd name="connsiteX3" fmla="*/ 2145792 w 6705600"/>
              <a:gd name="connsiteY3" fmla="*/ 0 h 4381500"/>
              <a:gd name="connsiteX4" fmla="*/ 2749296 w 6705600"/>
              <a:gd name="connsiteY4" fmla="*/ 0 h 4381500"/>
              <a:gd name="connsiteX5" fmla="*/ 3218688 w 6705600"/>
              <a:gd name="connsiteY5" fmla="*/ 0 h 4381500"/>
              <a:gd name="connsiteX6" fmla="*/ 4023360 w 6705600"/>
              <a:gd name="connsiteY6" fmla="*/ 0 h 4381500"/>
              <a:gd name="connsiteX7" fmla="*/ 4760976 w 6705600"/>
              <a:gd name="connsiteY7" fmla="*/ 0 h 4381500"/>
              <a:gd name="connsiteX8" fmla="*/ 5431536 w 6705600"/>
              <a:gd name="connsiteY8" fmla="*/ 0 h 4381500"/>
              <a:gd name="connsiteX9" fmla="*/ 5967984 w 6705600"/>
              <a:gd name="connsiteY9" fmla="*/ 0 h 4381500"/>
              <a:gd name="connsiteX10" fmla="*/ 6705600 w 6705600"/>
              <a:gd name="connsiteY10" fmla="*/ 0 h 4381500"/>
              <a:gd name="connsiteX11" fmla="*/ 6705600 w 6705600"/>
              <a:gd name="connsiteY11" fmla="*/ 669744 h 4381500"/>
              <a:gd name="connsiteX12" fmla="*/ 6705600 w 6705600"/>
              <a:gd name="connsiteY12" fmla="*/ 1251857 h 4381500"/>
              <a:gd name="connsiteX13" fmla="*/ 6705600 w 6705600"/>
              <a:gd name="connsiteY13" fmla="*/ 1790156 h 4381500"/>
              <a:gd name="connsiteX14" fmla="*/ 6705600 w 6705600"/>
              <a:gd name="connsiteY14" fmla="*/ 2328454 h 4381500"/>
              <a:gd name="connsiteX15" fmla="*/ 6705600 w 6705600"/>
              <a:gd name="connsiteY15" fmla="*/ 2954383 h 4381500"/>
              <a:gd name="connsiteX16" fmla="*/ 6705600 w 6705600"/>
              <a:gd name="connsiteY16" fmla="*/ 3492681 h 4381500"/>
              <a:gd name="connsiteX17" fmla="*/ 6705600 w 6705600"/>
              <a:gd name="connsiteY17" fmla="*/ 4381500 h 4381500"/>
              <a:gd name="connsiteX18" fmla="*/ 5900928 w 6705600"/>
              <a:gd name="connsiteY18" fmla="*/ 4381500 h 4381500"/>
              <a:gd name="connsiteX19" fmla="*/ 5096256 w 6705600"/>
              <a:gd name="connsiteY19" fmla="*/ 4381500 h 4381500"/>
              <a:gd name="connsiteX20" fmla="*/ 4492752 w 6705600"/>
              <a:gd name="connsiteY20" fmla="*/ 4381500 h 4381500"/>
              <a:gd name="connsiteX21" fmla="*/ 3755136 w 6705600"/>
              <a:gd name="connsiteY21" fmla="*/ 4381500 h 4381500"/>
              <a:gd name="connsiteX22" fmla="*/ 3218688 w 6705600"/>
              <a:gd name="connsiteY22" fmla="*/ 4381500 h 4381500"/>
              <a:gd name="connsiteX23" fmla="*/ 2414016 w 6705600"/>
              <a:gd name="connsiteY23" fmla="*/ 4381500 h 4381500"/>
              <a:gd name="connsiteX24" fmla="*/ 1743456 w 6705600"/>
              <a:gd name="connsiteY24" fmla="*/ 4381500 h 4381500"/>
              <a:gd name="connsiteX25" fmla="*/ 1072896 w 6705600"/>
              <a:gd name="connsiteY25" fmla="*/ 4381500 h 4381500"/>
              <a:gd name="connsiteX26" fmla="*/ 0 w 6705600"/>
              <a:gd name="connsiteY26" fmla="*/ 4381500 h 4381500"/>
              <a:gd name="connsiteX27" fmla="*/ 0 w 6705600"/>
              <a:gd name="connsiteY27" fmla="*/ 3843201 h 4381500"/>
              <a:gd name="connsiteX28" fmla="*/ 0 w 6705600"/>
              <a:gd name="connsiteY28" fmla="*/ 3304903 h 4381500"/>
              <a:gd name="connsiteX29" fmla="*/ 0 w 6705600"/>
              <a:gd name="connsiteY29" fmla="*/ 2766604 h 4381500"/>
              <a:gd name="connsiteX30" fmla="*/ 0 w 6705600"/>
              <a:gd name="connsiteY30" fmla="*/ 2272121 h 4381500"/>
              <a:gd name="connsiteX31" fmla="*/ 0 w 6705600"/>
              <a:gd name="connsiteY31" fmla="*/ 1733822 h 4381500"/>
              <a:gd name="connsiteX32" fmla="*/ 0 w 6705600"/>
              <a:gd name="connsiteY32" fmla="*/ 1239339 h 4381500"/>
              <a:gd name="connsiteX33" fmla="*/ 0 w 6705600"/>
              <a:gd name="connsiteY33" fmla="*/ 613410 h 4381500"/>
              <a:gd name="connsiteX34" fmla="*/ 0 w 6705600"/>
              <a:gd name="connsiteY34" fmla="*/ 0 h 438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705600" h="4381500" fill="none" extrusionOk="0">
                <a:moveTo>
                  <a:pt x="0" y="0"/>
                </a:moveTo>
                <a:cubicBezTo>
                  <a:pt x="271409" y="-35553"/>
                  <a:pt x="476405" y="-21600"/>
                  <a:pt x="804672" y="0"/>
                </a:cubicBezTo>
                <a:cubicBezTo>
                  <a:pt x="1132939" y="21600"/>
                  <a:pt x="1189001" y="-13091"/>
                  <a:pt x="1475232" y="0"/>
                </a:cubicBezTo>
                <a:cubicBezTo>
                  <a:pt x="1761463" y="13091"/>
                  <a:pt x="1957738" y="-11961"/>
                  <a:pt x="2145792" y="0"/>
                </a:cubicBezTo>
                <a:cubicBezTo>
                  <a:pt x="2333846" y="11961"/>
                  <a:pt x="2449544" y="-17677"/>
                  <a:pt x="2749296" y="0"/>
                </a:cubicBezTo>
                <a:cubicBezTo>
                  <a:pt x="3049048" y="17677"/>
                  <a:pt x="3106783" y="-10309"/>
                  <a:pt x="3218688" y="0"/>
                </a:cubicBezTo>
                <a:cubicBezTo>
                  <a:pt x="3330593" y="10309"/>
                  <a:pt x="3642076" y="12504"/>
                  <a:pt x="4023360" y="0"/>
                </a:cubicBezTo>
                <a:cubicBezTo>
                  <a:pt x="4404644" y="-12504"/>
                  <a:pt x="4404622" y="27708"/>
                  <a:pt x="4760976" y="0"/>
                </a:cubicBezTo>
                <a:cubicBezTo>
                  <a:pt x="5117330" y="-27708"/>
                  <a:pt x="5147012" y="7914"/>
                  <a:pt x="5431536" y="0"/>
                </a:cubicBezTo>
                <a:cubicBezTo>
                  <a:pt x="5716060" y="-7914"/>
                  <a:pt x="5820180" y="5384"/>
                  <a:pt x="5967984" y="0"/>
                </a:cubicBezTo>
                <a:cubicBezTo>
                  <a:pt x="6115788" y="-5384"/>
                  <a:pt x="6538553" y="-28951"/>
                  <a:pt x="6705600" y="0"/>
                </a:cubicBezTo>
                <a:cubicBezTo>
                  <a:pt x="6727564" y="135391"/>
                  <a:pt x="6682944" y="396582"/>
                  <a:pt x="6705600" y="669744"/>
                </a:cubicBezTo>
                <a:cubicBezTo>
                  <a:pt x="6728256" y="942906"/>
                  <a:pt x="6708635" y="996410"/>
                  <a:pt x="6705600" y="1251857"/>
                </a:cubicBezTo>
                <a:cubicBezTo>
                  <a:pt x="6702565" y="1507304"/>
                  <a:pt x="6717963" y="1525299"/>
                  <a:pt x="6705600" y="1790156"/>
                </a:cubicBezTo>
                <a:cubicBezTo>
                  <a:pt x="6693237" y="2055013"/>
                  <a:pt x="6690456" y="2113281"/>
                  <a:pt x="6705600" y="2328454"/>
                </a:cubicBezTo>
                <a:cubicBezTo>
                  <a:pt x="6720744" y="2543627"/>
                  <a:pt x="6714955" y="2692252"/>
                  <a:pt x="6705600" y="2954383"/>
                </a:cubicBezTo>
                <a:cubicBezTo>
                  <a:pt x="6696245" y="3216514"/>
                  <a:pt x="6712745" y="3288881"/>
                  <a:pt x="6705600" y="3492681"/>
                </a:cubicBezTo>
                <a:cubicBezTo>
                  <a:pt x="6698455" y="3696481"/>
                  <a:pt x="6737078" y="4031965"/>
                  <a:pt x="6705600" y="4381500"/>
                </a:cubicBezTo>
                <a:cubicBezTo>
                  <a:pt x="6500240" y="4359403"/>
                  <a:pt x="6134498" y="4392977"/>
                  <a:pt x="5900928" y="4381500"/>
                </a:cubicBezTo>
                <a:cubicBezTo>
                  <a:pt x="5667358" y="4370023"/>
                  <a:pt x="5488276" y="4347438"/>
                  <a:pt x="5096256" y="4381500"/>
                </a:cubicBezTo>
                <a:cubicBezTo>
                  <a:pt x="4704236" y="4415562"/>
                  <a:pt x="4614161" y="4389475"/>
                  <a:pt x="4492752" y="4381500"/>
                </a:cubicBezTo>
                <a:cubicBezTo>
                  <a:pt x="4371343" y="4373525"/>
                  <a:pt x="4037559" y="4404103"/>
                  <a:pt x="3755136" y="4381500"/>
                </a:cubicBezTo>
                <a:cubicBezTo>
                  <a:pt x="3472713" y="4358897"/>
                  <a:pt x="3434008" y="4354696"/>
                  <a:pt x="3218688" y="4381500"/>
                </a:cubicBezTo>
                <a:cubicBezTo>
                  <a:pt x="3003368" y="4408304"/>
                  <a:pt x="2620249" y="4359412"/>
                  <a:pt x="2414016" y="4381500"/>
                </a:cubicBezTo>
                <a:cubicBezTo>
                  <a:pt x="2207783" y="4403588"/>
                  <a:pt x="1990752" y="4349871"/>
                  <a:pt x="1743456" y="4381500"/>
                </a:cubicBezTo>
                <a:cubicBezTo>
                  <a:pt x="1496160" y="4413129"/>
                  <a:pt x="1399015" y="4376899"/>
                  <a:pt x="1072896" y="4381500"/>
                </a:cubicBezTo>
                <a:cubicBezTo>
                  <a:pt x="746777" y="4386101"/>
                  <a:pt x="489004" y="4343075"/>
                  <a:pt x="0" y="4381500"/>
                </a:cubicBezTo>
                <a:cubicBezTo>
                  <a:pt x="518" y="4122866"/>
                  <a:pt x="-22246" y="3963115"/>
                  <a:pt x="0" y="3843201"/>
                </a:cubicBezTo>
                <a:cubicBezTo>
                  <a:pt x="22246" y="3723287"/>
                  <a:pt x="12548" y="3430684"/>
                  <a:pt x="0" y="3304903"/>
                </a:cubicBezTo>
                <a:cubicBezTo>
                  <a:pt x="-12548" y="3179122"/>
                  <a:pt x="-25560" y="2924057"/>
                  <a:pt x="0" y="2766604"/>
                </a:cubicBezTo>
                <a:cubicBezTo>
                  <a:pt x="25560" y="2609151"/>
                  <a:pt x="-14231" y="2425886"/>
                  <a:pt x="0" y="2272121"/>
                </a:cubicBezTo>
                <a:cubicBezTo>
                  <a:pt x="14231" y="2118356"/>
                  <a:pt x="12800" y="1960987"/>
                  <a:pt x="0" y="1733822"/>
                </a:cubicBezTo>
                <a:cubicBezTo>
                  <a:pt x="-12800" y="1506657"/>
                  <a:pt x="9697" y="1442056"/>
                  <a:pt x="0" y="1239339"/>
                </a:cubicBezTo>
                <a:cubicBezTo>
                  <a:pt x="-9697" y="1036622"/>
                  <a:pt x="7425" y="790727"/>
                  <a:pt x="0" y="613410"/>
                </a:cubicBezTo>
                <a:cubicBezTo>
                  <a:pt x="-7425" y="436093"/>
                  <a:pt x="12661" y="140642"/>
                  <a:pt x="0" y="0"/>
                </a:cubicBezTo>
                <a:close/>
              </a:path>
              <a:path w="6705600" h="4381500" stroke="0" extrusionOk="0">
                <a:moveTo>
                  <a:pt x="0" y="0"/>
                </a:moveTo>
                <a:cubicBezTo>
                  <a:pt x="246863" y="-9206"/>
                  <a:pt x="461181" y="27685"/>
                  <a:pt x="670560" y="0"/>
                </a:cubicBezTo>
                <a:cubicBezTo>
                  <a:pt x="879939" y="-27685"/>
                  <a:pt x="1088022" y="17738"/>
                  <a:pt x="1274064" y="0"/>
                </a:cubicBezTo>
                <a:cubicBezTo>
                  <a:pt x="1460106" y="-17738"/>
                  <a:pt x="1810369" y="-1360"/>
                  <a:pt x="1944624" y="0"/>
                </a:cubicBezTo>
                <a:cubicBezTo>
                  <a:pt x="2078879" y="1360"/>
                  <a:pt x="2394814" y="-7813"/>
                  <a:pt x="2749296" y="0"/>
                </a:cubicBezTo>
                <a:cubicBezTo>
                  <a:pt x="3103778" y="7813"/>
                  <a:pt x="3259230" y="-31535"/>
                  <a:pt x="3553968" y="0"/>
                </a:cubicBezTo>
                <a:cubicBezTo>
                  <a:pt x="3848706" y="31535"/>
                  <a:pt x="4030352" y="31595"/>
                  <a:pt x="4358640" y="0"/>
                </a:cubicBezTo>
                <a:cubicBezTo>
                  <a:pt x="4686928" y="-31595"/>
                  <a:pt x="4763315" y="23166"/>
                  <a:pt x="4895088" y="0"/>
                </a:cubicBezTo>
                <a:cubicBezTo>
                  <a:pt x="5026861" y="-23166"/>
                  <a:pt x="5212657" y="-6773"/>
                  <a:pt x="5431536" y="0"/>
                </a:cubicBezTo>
                <a:cubicBezTo>
                  <a:pt x="5650415" y="6773"/>
                  <a:pt x="5672394" y="21509"/>
                  <a:pt x="5900928" y="0"/>
                </a:cubicBezTo>
                <a:cubicBezTo>
                  <a:pt x="6129462" y="-21509"/>
                  <a:pt x="6520147" y="-39286"/>
                  <a:pt x="6705600" y="0"/>
                </a:cubicBezTo>
                <a:cubicBezTo>
                  <a:pt x="6696821" y="183970"/>
                  <a:pt x="6705618" y="402687"/>
                  <a:pt x="6705600" y="582114"/>
                </a:cubicBezTo>
                <a:cubicBezTo>
                  <a:pt x="6705582" y="761541"/>
                  <a:pt x="6685156" y="1031018"/>
                  <a:pt x="6705600" y="1295672"/>
                </a:cubicBezTo>
                <a:cubicBezTo>
                  <a:pt x="6726044" y="1560326"/>
                  <a:pt x="6712325" y="1612452"/>
                  <a:pt x="6705600" y="1790156"/>
                </a:cubicBezTo>
                <a:cubicBezTo>
                  <a:pt x="6698875" y="1967860"/>
                  <a:pt x="6697594" y="2258848"/>
                  <a:pt x="6705600" y="2503714"/>
                </a:cubicBezTo>
                <a:cubicBezTo>
                  <a:pt x="6713606" y="2748580"/>
                  <a:pt x="6696995" y="2938054"/>
                  <a:pt x="6705600" y="3085828"/>
                </a:cubicBezTo>
                <a:cubicBezTo>
                  <a:pt x="6714205" y="3233602"/>
                  <a:pt x="6697086" y="3554529"/>
                  <a:pt x="6705600" y="3799386"/>
                </a:cubicBezTo>
                <a:cubicBezTo>
                  <a:pt x="6714114" y="4044243"/>
                  <a:pt x="6718242" y="4222292"/>
                  <a:pt x="6705600" y="4381500"/>
                </a:cubicBezTo>
                <a:cubicBezTo>
                  <a:pt x="6451107" y="4349574"/>
                  <a:pt x="6211471" y="4407700"/>
                  <a:pt x="6035040" y="4381500"/>
                </a:cubicBezTo>
                <a:cubicBezTo>
                  <a:pt x="5858609" y="4355300"/>
                  <a:pt x="5409000" y="4358669"/>
                  <a:pt x="5230368" y="4381500"/>
                </a:cubicBezTo>
                <a:cubicBezTo>
                  <a:pt x="5051736" y="4404331"/>
                  <a:pt x="4815669" y="4366134"/>
                  <a:pt x="4425696" y="4381500"/>
                </a:cubicBezTo>
                <a:cubicBezTo>
                  <a:pt x="4035723" y="4396866"/>
                  <a:pt x="3811312" y="4352418"/>
                  <a:pt x="3621024" y="4381500"/>
                </a:cubicBezTo>
                <a:cubicBezTo>
                  <a:pt x="3430736" y="4410582"/>
                  <a:pt x="3047744" y="4365132"/>
                  <a:pt x="2883408" y="4381500"/>
                </a:cubicBezTo>
                <a:cubicBezTo>
                  <a:pt x="2719072" y="4397868"/>
                  <a:pt x="2516022" y="4364707"/>
                  <a:pt x="2414016" y="4381500"/>
                </a:cubicBezTo>
                <a:cubicBezTo>
                  <a:pt x="2312010" y="4398293"/>
                  <a:pt x="2110218" y="4401666"/>
                  <a:pt x="1944624" y="4381500"/>
                </a:cubicBezTo>
                <a:cubicBezTo>
                  <a:pt x="1779030" y="4361334"/>
                  <a:pt x="1531622" y="4371524"/>
                  <a:pt x="1341120" y="4381500"/>
                </a:cubicBezTo>
                <a:cubicBezTo>
                  <a:pt x="1150618" y="4391476"/>
                  <a:pt x="555793" y="4370690"/>
                  <a:pt x="0" y="4381500"/>
                </a:cubicBezTo>
                <a:cubicBezTo>
                  <a:pt x="6383" y="4196157"/>
                  <a:pt x="-26762" y="4053685"/>
                  <a:pt x="0" y="3755571"/>
                </a:cubicBezTo>
                <a:cubicBezTo>
                  <a:pt x="26762" y="3457457"/>
                  <a:pt x="9782" y="3376395"/>
                  <a:pt x="0" y="3042013"/>
                </a:cubicBezTo>
                <a:cubicBezTo>
                  <a:pt x="-9782" y="2707631"/>
                  <a:pt x="-2497" y="2476554"/>
                  <a:pt x="0" y="2328454"/>
                </a:cubicBezTo>
                <a:cubicBezTo>
                  <a:pt x="2497" y="2180354"/>
                  <a:pt x="-20680" y="2045964"/>
                  <a:pt x="0" y="1790156"/>
                </a:cubicBezTo>
                <a:cubicBezTo>
                  <a:pt x="20680" y="1534348"/>
                  <a:pt x="2657" y="1360188"/>
                  <a:pt x="0" y="1251857"/>
                </a:cubicBezTo>
                <a:cubicBezTo>
                  <a:pt x="-2657" y="1143526"/>
                  <a:pt x="16826" y="955827"/>
                  <a:pt x="0" y="669744"/>
                </a:cubicBezTo>
                <a:cubicBezTo>
                  <a:pt x="-16826" y="383661"/>
                  <a:pt x="28517" y="198585"/>
                  <a:pt x="0" y="0"/>
                </a:cubicBezTo>
                <a:close/>
              </a:path>
            </a:pathLst>
          </a:custGeom>
          <a:ln w="57150">
            <a:solidFill>
              <a:srgbClr val="E24F9B"/>
            </a:solidFill>
            <a:extLst>
              <a:ext uri="{C807C97D-BFC1-408E-A445-0C87EB9F89A2}">
                <ask:lineSketchStyleProps xmlns:ask="http://schemas.microsoft.com/office/drawing/2018/sketchyshapes" sd="313245284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0CD76D-6357-3CD9-98A6-146C00DF1197}"/>
              </a:ext>
            </a:extLst>
          </p:cNvPr>
          <p:cNvSpPr txBox="1"/>
          <p:nvPr/>
        </p:nvSpPr>
        <p:spPr>
          <a:xfrm>
            <a:off x="2624937" y="6364643"/>
            <a:ext cx="3346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Helvetica Neue Medium" panose="02000503000000020004"/>
              </a:rPr>
              <a:t>Parc Olympique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06312FF-7D0B-7F89-879D-8D18DDDB8550}"/>
              </a:ext>
            </a:extLst>
          </p:cNvPr>
          <p:cNvSpPr txBox="1"/>
          <p:nvPr/>
        </p:nvSpPr>
        <p:spPr>
          <a:xfrm>
            <a:off x="11488534" y="6285366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ACA44"/>
                </a:solidFill>
              </a:rPr>
              <a:t>9</a:t>
            </a:r>
            <a:endParaRPr lang="fr-FR" dirty="0">
              <a:solidFill>
                <a:srgbClr val="FACA44"/>
              </a:solidFill>
            </a:endParaRPr>
          </a:p>
          <a:p>
            <a:endParaRPr lang="fr-FR" dirty="0">
              <a:solidFill>
                <a:srgbClr val="FACA44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8DD0261-EA79-E437-CE9B-ABA68FA67A25}"/>
              </a:ext>
            </a:extLst>
          </p:cNvPr>
          <p:cNvSpPr txBox="1"/>
          <p:nvPr/>
        </p:nvSpPr>
        <p:spPr>
          <a:xfrm>
            <a:off x="7093740" y="2581332"/>
            <a:ext cx="48398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400" dirty="0">
                <a:solidFill>
                  <a:srgbClr val="FF69B4"/>
                </a:solidFill>
                <a:latin typeface="Helvetica Neue Medium" panose="02000503000000020004"/>
              </a:rPr>
              <a:t>Le parc Olympique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FF69B4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Localisation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: </a:t>
            </a: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est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Londres</a:t>
            </a:r>
            <a:endParaRPr lang="en-US" sz="2400" dirty="0">
              <a:solidFill>
                <a:schemeClr val="bg1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Espace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: </a:t>
            </a:r>
            <a:r>
              <a:rPr lang="en-US" sz="2400" dirty="0">
                <a:solidFill>
                  <a:srgbClr val="FACA44"/>
                </a:solidFill>
                <a:latin typeface="Helvetica Neue Medium" panose="02000503000000020004"/>
              </a:rPr>
              <a:t>227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hectares  </a:t>
            </a:r>
            <a:endParaRPr lang="fr-FR" sz="2400" dirty="0">
              <a:solidFill>
                <a:schemeClr val="bg1"/>
              </a:solidFill>
              <a:latin typeface="Helvetica Neue Medium" panose="02000503000000020004"/>
            </a:endParaRP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CDB44974-86FF-74A6-FF6C-50297BB3B024}"/>
              </a:ext>
            </a:extLst>
          </p:cNvPr>
          <p:cNvSpPr txBox="1"/>
          <p:nvPr/>
        </p:nvSpPr>
        <p:spPr>
          <a:xfrm>
            <a:off x="6862618" y="307239"/>
            <a:ext cx="4839856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HelveticaNeueforSAS Light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sz="2000" b="1" u="sng" dirty="0">
                <a:solidFill>
                  <a:srgbClr val="FACA44"/>
                </a:solidFill>
                <a:latin typeface="HelveticaNeueforSAS Light"/>
              </a:rPr>
              <a:t>Patrimoine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Évolution &amp; Impacte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A9161-9728-DE51-4137-6D2A0D8B6AD1}"/>
              </a:ext>
            </a:extLst>
          </p:cNvPr>
          <p:cNvSpPr/>
          <p:nvPr/>
        </p:nvSpPr>
        <p:spPr>
          <a:xfrm>
            <a:off x="397163" y="277091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2">
            <a:extLst>
              <a:ext uri="{FF2B5EF4-FFF2-40B4-BE49-F238E27FC236}">
                <a16:creationId xmlns:a16="http://schemas.microsoft.com/office/drawing/2014/main" id="{D7961481-22D8-0469-5CE0-71623C7D3992}"/>
              </a:ext>
            </a:extLst>
          </p:cNvPr>
          <p:cNvSpPr txBox="1"/>
          <p:nvPr/>
        </p:nvSpPr>
        <p:spPr>
          <a:xfrm>
            <a:off x="711053" y="315400"/>
            <a:ext cx="4692364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dirty="0" err="1">
                <a:solidFill>
                  <a:srgbClr val="170B0B"/>
                </a:solidFill>
                <a:latin typeface="HelveticaNeueforSAS Light"/>
              </a:rPr>
              <a:t>Context</a:t>
            </a:r>
            <a:r>
              <a:rPr lang="fr-FR" sz="2000" b="1" dirty="0">
                <a:solidFill>
                  <a:srgbClr val="170B0B"/>
                </a:solidFill>
                <a:latin typeface="HelveticaNeueforSAS Light"/>
              </a:rPr>
              <a:t> </a:t>
            </a:r>
            <a:endParaRPr lang="fr-FR" sz="3200" b="1" dirty="0">
              <a:solidFill>
                <a:srgbClr val="FCBB14"/>
              </a:solidFill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Geographical</a:t>
            </a:r>
            <a:r>
              <a:rPr lang="fr-FR" b="1" dirty="0">
                <a:latin typeface="HelveticaNeueforSAS Light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Human data &amp; </a:t>
            </a:r>
            <a:r>
              <a:rPr lang="fr-FR" sz="2000" b="1" dirty="0">
                <a:latin typeface="HelveticaNeueforSAS Light"/>
              </a:rPr>
              <a:t>Economy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dirty="0" err="1">
                <a:latin typeface="HelveticaNeueforSAS Light"/>
              </a:rPr>
              <a:t>Itinerary</a:t>
            </a:r>
            <a:r>
              <a:rPr lang="fr-FR" b="1" dirty="0">
                <a:latin typeface="HelveticaNeueforSAS Light"/>
              </a:rPr>
              <a:t> </a:t>
            </a:r>
            <a:r>
              <a:rPr lang="fr-FR" b="1" dirty="0" err="1">
                <a:latin typeface="HelveticaNeueforSAS Light"/>
              </a:rPr>
              <a:t>overview</a:t>
            </a:r>
            <a:endParaRPr lang="fr-FR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2000" b="1" dirty="0" err="1">
                <a:latin typeface="HelveticaNeueforSAS Light"/>
              </a:rPr>
              <a:t>Athletes</a:t>
            </a:r>
            <a:r>
              <a:rPr lang="fr-FR" sz="2000" b="1" dirty="0">
                <a:latin typeface="HelveticaNeueforSAS Light"/>
              </a:rPr>
              <a:t> &amp; </a:t>
            </a:r>
            <a:r>
              <a:rPr lang="fr-FR" sz="2000" b="1" dirty="0" err="1">
                <a:latin typeface="HelveticaNeueforSAS Light"/>
              </a:rPr>
              <a:t>visitors</a:t>
            </a:r>
            <a:endParaRPr lang="fr-FR" sz="2000" b="1" dirty="0">
              <a:latin typeface="HelveticaNeueforSAS Light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b="1" dirty="0">
              <a:latin typeface="HelveticaNeueforSAS Light" panose="020B0403020202020204" pitchFamily="34" charset="0"/>
            </a:endParaRP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803657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51CC1-CEBE-48CF-B174-807485D0A769}"/>
              </a:ext>
            </a:extLst>
          </p:cNvPr>
          <p:cNvSpPr/>
          <p:nvPr/>
        </p:nvSpPr>
        <p:spPr>
          <a:xfrm>
            <a:off x="0" y="0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59913-C621-44E8-BED7-694DB61155F9}"/>
              </a:ext>
            </a:extLst>
          </p:cNvPr>
          <p:cNvSpPr/>
          <p:nvPr/>
        </p:nvSpPr>
        <p:spPr>
          <a:xfrm>
            <a:off x="6373092" y="326733"/>
            <a:ext cx="5421744" cy="1200727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A9D2B7-F289-4BA9-8820-DBBFF90BE10C}"/>
              </a:ext>
            </a:extLst>
          </p:cNvPr>
          <p:cNvSpPr txBox="1"/>
          <p:nvPr/>
        </p:nvSpPr>
        <p:spPr>
          <a:xfrm>
            <a:off x="1908370" y="6059017"/>
            <a:ext cx="343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solidFill>
                  <a:schemeClr val="bg1"/>
                </a:solidFill>
                <a:latin typeface="Helvetica Neue Medium" panose="02000503000000020004"/>
              </a:rPr>
              <a:t>Stade de </a:t>
            </a:r>
            <a:r>
              <a:rPr lang="en-US" sz="2000" dirty="0" err="1">
                <a:solidFill>
                  <a:schemeClr val="bg1"/>
                </a:solidFill>
                <a:latin typeface="Helvetica Neue Medium" panose="02000503000000020004"/>
              </a:rPr>
              <a:t>Londres</a:t>
            </a:r>
            <a:r>
              <a:rPr lang="en-US" sz="2000" dirty="0">
                <a:solidFill>
                  <a:schemeClr val="bg1"/>
                </a:solidFill>
                <a:latin typeface="Helvetica Neue Medium" panose="02000503000000020004"/>
              </a:rPr>
              <a:t> </a:t>
            </a:r>
            <a:endParaRPr lang="en-US" sz="2000" dirty="0">
              <a:solidFill>
                <a:schemeClr val="bg1"/>
              </a:solidFill>
              <a:effectLst/>
              <a:latin typeface="Helvetica Neue Medium" panose="02000503000000020004"/>
            </a:endParaRPr>
          </a:p>
          <a:p>
            <a:endParaRPr lang="en-US" sz="2000" dirty="0">
              <a:solidFill>
                <a:schemeClr val="bg1"/>
              </a:solidFill>
              <a:effectLst/>
              <a:latin typeface=".SF NS"/>
            </a:endParaRPr>
          </a:p>
        </p:txBody>
      </p:sp>
      <p:sp>
        <p:nvSpPr>
          <p:cNvPr id="9" name="AutoShape 2" descr="Олимпийский стадион Лондона (London Olympic Stadium) | Путешествуй ...">
            <a:extLst>
              <a:ext uri="{FF2B5EF4-FFF2-40B4-BE49-F238E27FC236}">
                <a16:creationId xmlns:a16="http://schemas.microsoft.com/office/drawing/2014/main" id="{913B9090-D2E0-475B-93F2-CF5108F522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" name="Picture 10" descr="A stadium with fireworks in the sky&#10;&#10;Description automatically generated">
            <a:extLst>
              <a:ext uri="{FF2B5EF4-FFF2-40B4-BE49-F238E27FC236}">
                <a16:creationId xmlns:a16="http://schemas.microsoft.com/office/drawing/2014/main" id="{3E17E6A3-6E24-6C9A-BAC8-8C3E64D04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55" y="2123764"/>
            <a:ext cx="5520837" cy="3836351"/>
          </a:xfrm>
          <a:custGeom>
            <a:avLst/>
            <a:gdLst>
              <a:gd name="connsiteX0" fmla="*/ 0 w 5520837"/>
              <a:gd name="connsiteY0" fmla="*/ 0 h 3836351"/>
              <a:gd name="connsiteX1" fmla="*/ 634896 w 5520837"/>
              <a:gd name="connsiteY1" fmla="*/ 0 h 3836351"/>
              <a:gd name="connsiteX2" fmla="*/ 1214584 w 5520837"/>
              <a:gd name="connsiteY2" fmla="*/ 0 h 3836351"/>
              <a:gd name="connsiteX3" fmla="*/ 2015106 w 5520837"/>
              <a:gd name="connsiteY3" fmla="*/ 0 h 3836351"/>
              <a:gd name="connsiteX4" fmla="*/ 2815627 w 5520837"/>
              <a:gd name="connsiteY4" fmla="*/ 0 h 3836351"/>
              <a:gd name="connsiteX5" fmla="*/ 3560940 w 5520837"/>
              <a:gd name="connsiteY5" fmla="*/ 0 h 3836351"/>
              <a:gd name="connsiteX6" fmla="*/ 4085419 w 5520837"/>
              <a:gd name="connsiteY6" fmla="*/ 0 h 3836351"/>
              <a:gd name="connsiteX7" fmla="*/ 4609899 w 5520837"/>
              <a:gd name="connsiteY7" fmla="*/ 0 h 3836351"/>
              <a:gd name="connsiteX8" fmla="*/ 5520837 w 5520837"/>
              <a:gd name="connsiteY8" fmla="*/ 0 h 3836351"/>
              <a:gd name="connsiteX9" fmla="*/ 5520837 w 5520837"/>
              <a:gd name="connsiteY9" fmla="*/ 562665 h 3836351"/>
              <a:gd name="connsiteX10" fmla="*/ 5520837 w 5520837"/>
              <a:gd name="connsiteY10" fmla="*/ 1125330 h 3836351"/>
              <a:gd name="connsiteX11" fmla="*/ 5520837 w 5520837"/>
              <a:gd name="connsiteY11" fmla="*/ 1764721 h 3836351"/>
              <a:gd name="connsiteX12" fmla="*/ 5520837 w 5520837"/>
              <a:gd name="connsiteY12" fmla="*/ 2289023 h 3836351"/>
              <a:gd name="connsiteX13" fmla="*/ 5520837 w 5520837"/>
              <a:gd name="connsiteY13" fmla="*/ 2851688 h 3836351"/>
              <a:gd name="connsiteX14" fmla="*/ 5520837 w 5520837"/>
              <a:gd name="connsiteY14" fmla="*/ 3836351 h 3836351"/>
              <a:gd name="connsiteX15" fmla="*/ 4775524 w 5520837"/>
              <a:gd name="connsiteY15" fmla="*/ 3836351 h 3836351"/>
              <a:gd name="connsiteX16" fmla="*/ 3975003 w 5520837"/>
              <a:gd name="connsiteY16" fmla="*/ 3836351 h 3836351"/>
              <a:gd name="connsiteX17" fmla="*/ 3174481 w 5520837"/>
              <a:gd name="connsiteY17" fmla="*/ 3836351 h 3836351"/>
              <a:gd name="connsiteX18" fmla="*/ 2539585 w 5520837"/>
              <a:gd name="connsiteY18" fmla="*/ 3836351 h 3836351"/>
              <a:gd name="connsiteX19" fmla="*/ 1904689 w 5520837"/>
              <a:gd name="connsiteY19" fmla="*/ 3836351 h 3836351"/>
              <a:gd name="connsiteX20" fmla="*/ 1380209 w 5520837"/>
              <a:gd name="connsiteY20" fmla="*/ 3836351 h 3836351"/>
              <a:gd name="connsiteX21" fmla="*/ 800521 w 5520837"/>
              <a:gd name="connsiteY21" fmla="*/ 3836351 h 3836351"/>
              <a:gd name="connsiteX22" fmla="*/ 0 w 5520837"/>
              <a:gd name="connsiteY22" fmla="*/ 3836351 h 3836351"/>
              <a:gd name="connsiteX23" fmla="*/ 0 w 5520837"/>
              <a:gd name="connsiteY23" fmla="*/ 3158596 h 3836351"/>
              <a:gd name="connsiteX24" fmla="*/ 0 w 5520837"/>
              <a:gd name="connsiteY24" fmla="*/ 2634294 h 3836351"/>
              <a:gd name="connsiteX25" fmla="*/ 0 w 5520837"/>
              <a:gd name="connsiteY25" fmla="*/ 2071630 h 3836351"/>
              <a:gd name="connsiteX26" fmla="*/ 0 w 5520837"/>
              <a:gd name="connsiteY26" fmla="*/ 1355511 h 3836351"/>
              <a:gd name="connsiteX27" fmla="*/ 0 w 5520837"/>
              <a:gd name="connsiteY27" fmla="*/ 639392 h 3836351"/>
              <a:gd name="connsiteX28" fmla="*/ 0 w 5520837"/>
              <a:gd name="connsiteY28" fmla="*/ 0 h 3836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520837" h="3836351" fill="none" extrusionOk="0">
                <a:moveTo>
                  <a:pt x="0" y="0"/>
                </a:moveTo>
                <a:cubicBezTo>
                  <a:pt x="231728" y="-1471"/>
                  <a:pt x="438221" y="3929"/>
                  <a:pt x="634896" y="0"/>
                </a:cubicBezTo>
                <a:cubicBezTo>
                  <a:pt x="831571" y="-3929"/>
                  <a:pt x="994839" y="-5693"/>
                  <a:pt x="1214584" y="0"/>
                </a:cubicBezTo>
                <a:cubicBezTo>
                  <a:pt x="1434329" y="5693"/>
                  <a:pt x="1837456" y="21083"/>
                  <a:pt x="2015106" y="0"/>
                </a:cubicBezTo>
                <a:cubicBezTo>
                  <a:pt x="2192756" y="-21083"/>
                  <a:pt x="2581777" y="-24228"/>
                  <a:pt x="2815627" y="0"/>
                </a:cubicBezTo>
                <a:cubicBezTo>
                  <a:pt x="3049477" y="24228"/>
                  <a:pt x="3219023" y="31939"/>
                  <a:pt x="3560940" y="0"/>
                </a:cubicBezTo>
                <a:cubicBezTo>
                  <a:pt x="3902857" y="-31939"/>
                  <a:pt x="3979282" y="-23042"/>
                  <a:pt x="4085419" y="0"/>
                </a:cubicBezTo>
                <a:cubicBezTo>
                  <a:pt x="4191556" y="23042"/>
                  <a:pt x="4396721" y="25525"/>
                  <a:pt x="4609899" y="0"/>
                </a:cubicBezTo>
                <a:cubicBezTo>
                  <a:pt x="4823077" y="-25525"/>
                  <a:pt x="5160505" y="14109"/>
                  <a:pt x="5520837" y="0"/>
                </a:cubicBezTo>
                <a:cubicBezTo>
                  <a:pt x="5504112" y="176752"/>
                  <a:pt x="5515348" y="292502"/>
                  <a:pt x="5520837" y="562665"/>
                </a:cubicBezTo>
                <a:cubicBezTo>
                  <a:pt x="5526326" y="832829"/>
                  <a:pt x="5548658" y="913474"/>
                  <a:pt x="5520837" y="1125330"/>
                </a:cubicBezTo>
                <a:cubicBezTo>
                  <a:pt x="5493016" y="1337186"/>
                  <a:pt x="5516297" y="1505189"/>
                  <a:pt x="5520837" y="1764721"/>
                </a:cubicBezTo>
                <a:cubicBezTo>
                  <a:pt x="5525377" y="2024253"/>
                  <a:pt x="5530681" y="2133452"/>
                  <a:pt x="5520837" y="2289023"/>
                </a:cubicBezTo>
                <a:cubicBezTo>
                  <a:pt x="5510993" y="2444594"/>
                  <a:pt x="5529479" y="2667914"/>
                  <a:pt x="5520837" y="2851688"/>
                </a:cubicBezTo>
                <a:cubicBezTo>
                  <a:pt x="5512195" y="3035463"/>
                  <a:pt x="5536724" y="3516474"/>
                  <a:pt x="5520837" y="3836351"/>
                </a:cubicBezTo>
                <a:cubicBezTo>
                  <a:pt x="5246442" y="3846101"/>
                  <a:pt x="5032907" y="3865484"/>
                  <a:pt x="4775524" y="3836351"/>
                </a:cubicBezTo>
                <a:cubicBezTo>
                  <a:pt x="4518141" y="3807218"/>
                  <a:pt x="4183296" y="3856668"/>
                  <a:pt x="3975003" y="3836351"/>
                </a:cubicBezTo>
                <a:cubicBezTo>
                  <a:pt x="3766710" y="3816034"/>
                  <a:pt x="3432288" y="3824590"/>
                  <a:pt x="3174481" y="3836351"/>
                </a:cubicBezTo>
                <a:cubicBezTo>
                  <a:pt x="2916674" y="3848112"/>
                  <a:pt x="2815274" y="3854733"/>
                  <a:pt x="2539585" y="3836351"/>
                </a:cubicBezTo>
                <a:cubicBezTo>
                  <a:pt x="2263896" y="3817969"/>
                  <a:pt x="2192891" y="3836213"/>
                  <a:pt x="1904689" y="3836351"/>
                </a:cubicBezTo>
                <a:cubicBezTo>
                  <a:pt x="1616487" y="3836489"/>
                  <a:pt x="1509200" y="3852530"/>
                  <a:pt x="1380209" y="3836351"/>
                </a:cubicBezTo>
                <a:cubicBezTo>
                  <a:pt x="1251218" y="3820172"/>
                  <a:pt x="1085230" y="3809050"/>
                  <a:pt x="800521" y="3836351"/>
                </a:cubicBezTo>
                <a:cubicBezTo>
                  <a:pt x="515812" y="3863652"/>
                  <a:pt x="238798" y="3833323"/>
                  <a:pt x="0" y="3836351"/>
                </a:cubicBezTo>
                <a:cubicBezTo>
                  <a:pt x="-20426" y="3543679"/>
                  <a:pt x="1890" y="3434932"/>
                  <a:pt x="0" y="3158596"/>
                </a:cubicBezTo>
                <a:cubicBezTo>
                  <a:pt x="-1890" y="2882260"/>
                  <a:pt x="20700" y="2889906"/>
                  <a:pt x="0" y="2634294"/>
                </a:cubicBezTo>
                <a:cubicBezTo>
                  <a:pt x="-20700" y="2378682"/>
                  <a:pt x="-11496" y="2347062"/>
                  <a:pt x="0" y="2071630"/>
                </a:cubicBezTo>
                <a:cubicBezTo>
                  <a:pt x="11496" y="1796198"/>
                  <a:pt x="33081" y="1633107"/>
                  <a:pt x="0" y="1355511"/>
                </a:cubicBezTo>
                <a:cubicBezTo>
                  <a:pt x="-33081" y="1077915"/>
                  <a:pt x="-17396" y="862787"/>
                  <a:pt x="0" y="639392"/>
                </a:cubicBezTo>
                <a:cubicBezTo>
                  <a:pt x="17396" y="415997"/>
                  <a:pt x="-27256" y="317495"/>
                  <a:pt x="0" y="0"/>
                </a:cubicBezTo>
                <a:close/>
              </a:path>
              <a:path w="5520837" h="3836351" stroke="0" extrusionOk="0">
                <a:moveTo>
                  <a:pt x="0" y="0"/>
                </a:moveTo>
                <a:cubicBezTo>
                  <a:pt x="309675" y="-9203"/>
                  <a:pt x="489418" y="-27299"/>
                  <a:pt x="634896" y="0"/>
                </a:cubicBezTo>
                <a:cubicBezTo>
                  <a:pt x="780374" y="27299"/>
                  <a:pt x="1155665" y="-20011"/>
                  <a:pt x="1325001" y="0"/>
                </a:cubicBezTo>
                <a:cubicBezTo>
                  <a:pt x="1494338" y="20011"/>
                  <a:pt x="1662199" y="-21116"/>
                  <a:pt x="1904689" y="0"/>
                </a:cubicBezTo>
                <a:cubicBezTo>
                  <a:pt x="2147179" y="21116"/>
                  <a:pt x="2376388" y="20612"/>
                  <a:pt x="2594793" y="0"/>
                </a:cubicBezTo>
                <a:cubicBezTo>
                  <a:pt x="2813198" y="-20612"/>
                  <a:pt x="2884907" y="1545"/>
                  <a:pt x="3174481" y="0"/>
                </a:cubicBezTo>
                <a:cubicBezTo>
                  <a:pt x="3464055" y="-1545"/>
                  <a:pt x="3606912" y="-26932"/>
                  <a:pt x="3864586" y="0"/>
                </a:cubicBezTo>
                <a:cubicBezTo>
                  <a:pt x="4122260" y="26932"/>
                  <a:pt x="4148021" y="20258"/>
                  <a:pt x="4389065" y="0"/>
                </a:cubicBezTo>
                <a:cubicBezTo>
                  <a:pt x="4630109" y="-20258"/>
                  <a:pt x="5174651" y="-34846"/>
                  <a:pt x="5520837" y="0"/>
                </a:cubicBezTo>
                <a:cubicBezTo>
                  <a:pt x="5539280" y="123347"/>
                  <a:pt x="5505128" y="354405"/>
                  <a:pt x="5520837" y="524301"/>
                </a:cubicBezTo>
                <a:cubicBezTo>
                  <a:pt x="5536546" y="694197"/>
                  <a:pt x="5537648" y="836024"/>
                  <a:pt x="5520837" y="1086966"/>
                </a:cubicBezTo>
                <a:cubicBezTo>
                  <a:pt x="5504026" y="1337908"/>
                  <a:pt x="5506868" y="1515517"/>
                  <a:pt x="5520837" y="1764721"/>
                </a:cubicBezTo>
                <a:cubicBezTo>
                  <a:pt x="5534806" y="2013926"/>
                  <a:pt x="5550157" y="2275368"/>
                  <a:pt x="5520837" y="2442477"/>
                </a:cubicBezTo>
                <a:cubicBezTo>
                  <a:pt x="5491517" y="2609586"/>
                  <a:pt x="5501914" y="2836316"/>
                  <a:pt x="5520837" y="3043505"/>
                </a:cubicBezTo>
                <a:cubicBezTo>
                  <a:pt x="5539760" y="3250694"/>
                  <a:pt x="5509564" y="3497197"/>
                  <a:pt x="5520837" y="3836351"/>
                </a:cubicBezTo>
                <a:cubicBezTo>
                  <a:pt x="5414976" y="3823953"/>
                  <a:pt x="5220991" y="3810499"/>
                  <a:pt x="4996357" y="3836351"/>
                </a:cubicBezTo>
                <a:cubicBezTo>
                  <a:pt x="4771723" y="3862203"/>
                  <a:pt x="4727259" y="3816798"/>
                  <a:pt x="4471878" y="3836351"/>
                </a:cubicBezTo>
                <a:cubicBezTo>
                  <a:pt x="4216497" y="3855904"/>
                  <a:pt x="3988025" y="3863185"/>
                  <a:pt x="3726565" y="3836351"/>
                </a:cubicBezTo>
                <a:cubicBezTo>
                  <a:pt x="3465105" y="3809517"/>
                  <a:pt x="3345446" y="3828090"/>
                  <a:pt x="3202085" y="3836351"/>
                </a:cubicBezTo>
                <a:cubicBezTo>
                  <a:pt x="3058724" y="3844612"/>
                  <a:pt x="2630223" y="3827234"/>
                  <a:pt x="2401564" y="3836351"/>
                </a:cubicBezTo>
                <a:cubicBezTo>
                  <a:pt x="2172905" y="3845468"/>
                  <a:pt x="1933393" y="3815395"/>
                  <a:pt x="1601043" y="3836351"/>
                </a:cubicBezTo>
                <a:cubicBezTo>
                  <a:pt x="1268693" y="3857307"/>
                  <a:pt x="1219849" y="3860808"/>
                  <a:pt x="1021355" y="3836351"/>
                </a:cubicBezTo>
                <a:cubicBezTo>
                  <a:pt x="822861" y="3811894"/>
                  <a:pt x="410363" y="3884597"/>
                  <a:pt x="0" y="3836351"/>
                </a:cubicBezTo>
                <a:cubicBezTo>
                  <a:pt x="9140" y="3607378"/>
                  <a:pt x="-24909" y="3410391"/>
                  <a:pt x="0" y="3235323"/>
                </a:cubicBezTo>
                <a:cubicBezTo>
                  <a:pt x="24909" y="3060255"/>
                  <a:pt x="16742" y="2939252"/>
                  <a:pt x="0" y="2711021"/>
                </a:cubicBezTo>
                <a:cubicBezTo>
                  <a:pt x="-16742" y="2482790"/>
                  <a:pt x="11126" y="2269327"/>
                  <a:pt x="0" y="1994903"/>
                </a:cubicBezTo>
                <a:cubicBezTo>
                  <a:pt x="-11126" y="1720479"/>
                  <a:pt x="5635" y="1545151"/>
                  <a:pt x="0" y="1355511"/>
                </a:cubicBezTo>
                <a:cubicBezTo>
                  <a:pt x="-5635" y="1165871"/>
                  <a:pt x="17013" y="856551"/>
                  <a:pt x="0" y="716119"/>
                </a:cubicBezTo>
                <a:cubicBezTo>
                  <a:pt x="-17013" y="575687"/>
                  <a:pt x="-20506" y="221845"/>
                  <a:pt x="0" y="0"/>
                </a:cubicBezTo>
                <a:close/>
              </a:path>
            </a:pathLst>
          </a:custGeom>
          <a:ln w="57150">
            <a:solidFill>
              <a:srgbClr val="FACA44"/>
            </a:solidFill>
            <a:extLst>
              <a:ext uri="{C807C97D-BFC1-408E-A445-0C87EB9F89A2}">
                <ask:lineSketchStyleProps xmlns:ask="http://schemas.microsoft.com/office/drawing/2018/sketchyshapes" sd="5528259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F96E1FF-8F93-DB08-3122-3C9EB84695F0}"/>
              </a:ext>
            </a:extLst>
          </p:cNvPr>
          <p:cNvSpPr txBox="1"/>
          <p:nvPr/>
        </p:nvSpPr>
        <p:spPr>
          <a:xfrm>
            <a:off x="11643993" y="62436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ACA44"/>
                </a:solidFill>
              </a:rPr>
              <a:t>10</a:t>
            </a:r>
            <a:endParaRPr lang="fr-FR" dirty="0">
              <a:solidFill>
                <a:srgbClr val="FACA44"/>
              </a:solidFill>
            </a:endParaRPr>
          </a:p>
          <a:p>
            <a:endParaRPr lang="fr-FR" dirty="0">
              <a:solidFill>
                <a:srgbClr val="FACA44"/>
              </a:solidFill>
            </a:endParaRPr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440D132B-2C44-5A94-E1F7-E65FF33D407A}"/>
              </a:ext>
            </a:extLst>
          </p:cNvPr>
          <p:cNvSpPr txBox="1"/>
          <p:nvPr/>
        </p:nvSpPr>
        <p:spPr>
          <a:xfrm>
            <a:off x="6954980" y="334272"/>
            <a:ext cx="4839856" cy="12926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HelveticaNeueforSAS Light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sz="2000" b="1" u="sng" dirty="0">
                <a:solidFill>
                  <a:srgbClr val="FACA44"/>
                </a:solidFill>
                <a:latin typeface="HelveticaNeueforSAS Light"/>
              </a:rPr>
              <a:t>Patrimoine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Évolution &amp; Impacte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9A5AC3F-D187-A342-EA10-DD981503ADDE}"/>
              </a:ext>
            </a:extLst>
          </p:cNvPr>
          <p:cNvSpPr txBox="1"/>
          <p:nvPr/>
        </p:nvSpPr>
        <p:spPr>
          <a:xfrm>
            <a:off x="6547291" y="2353523"/>
            <a:ext cx="52587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69B4"/>
                </a:solidFill>
                <a:latin typeface="Helvetica Neue Medium" panose="02000503000000020004"/>
              </a:rPr>
              <a:t>2) Le </a:t>
            </a:r>
            <a:r>
              <a:rPr lang="en-US" sz="2400" dirty="0" err="1">
                <a:solidFill>
                  <a:srgbClr val="FF69B4"/>
                </a:solidFill>
                <a:latin typeface="Helvetica Neue Medium" panose="02000503000000020004"/>
              </a:rPr>
              <a:t>stade</a:t>
            </a:r>
            <a:r>
              <a:rPr lang="en-US" sz="2400" dirty="0">
                <a:solidFill>
                  <a:srgbClr val="FF69B4"/>
                </a:solidFill>
                <a:latin typeface="Helvetica Neue Medium" panose="02000503000000020004"/>
              </a:rPr>
              <a:t> Olympique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FF69B4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Localisation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: </a:t>
            </a: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est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Londres</a:t>
            </a:r>
            <a:endParaRPr lang="en-US" sz="2400" dirty="0">
              <a:solidFill>
                <a:schemeClr val="bg1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Espace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:  </a:t>
            </a:r>
            <a:r>
              <a:rPr lang="en-US" sz="2400" dirty="0">
                <a:solidFill>
                  <a:srgbClr val="FACA44"/>
                </a:solidFill>
                <a:latin typeface="Helvetica Neue Medium" panose="02000503000000020004"/>
              </a:rPr>
              <a:t>10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hectares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Capaci</a:t>
            </a:r>
            <a:r>
              <a:rPr lang="fr-FR" sz="2400" dirty="0">
                <a:solidFill>
                  <a:schemeClr val="bg1"/>
                </a:solidFill>
                <a:latin typeface="Helvetica Neue Medium" panose="02000503000000020004"/>
              </a:rPr>
              <a:t>té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: </a:t>
            </a:r>
            <a:r>
              <a:rPr lang="en-US" sz="2400" dirty="0">
                <a:solidFill>
                  <a:srgbClr val="FACA44"/>
                </a:solidFill>
                <a:latin typeface="Helvetica Neue Medium" panose="02000503000000020004"/>
              </a:rPr>
              <a:t>80000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places</a:t>
            </a:r>
            <a:endParaRPr lang="en-US" sz="2400" dirty="0">
              <a:solidFill>
                <a:srgbClr val="E24F9B"/>
              </a:solidFill>
              <a:latin typeface="Helvetica Neue Medium" panose="02000503000000020004"/>
              <a:cs typeface="Helvetica" panose="020B0604020202020204" pitchFamily="34" charset="0"/>
            </a:endParaRPr>
          </a:p>
          <a:p>
            <a:endParaRPr lang="fr-FR" sz="2400" dirty="0">
              <a:solidFill>
                <a:srgbClr val="E24F9B"/>
              </a:solidFill>
              <a:latin typeface="Helvetica Neue Medium" panose="02000503000000020004"/>
              <a:cs typeface="Helvetica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58C02C-E41E-D88C-6BC7-0386B85FC42B}"/>
              </a:ext>
            </a:extLst>
          </p:cNvPr>
          <p:cNvSpPr/>
          <p:nvPr/>
        </p:nvSpPr>
        <p:spPr>
          <a:xfrm>
            <a:off x="397163" y="277091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2">
            <a:extLst>
              <a:ext uri="{FF2B5EF4-FFF2-40B4-BE49-F238E27FC236}">
                <a16:creationId xmlns:a16="http://schemas.microsoft.com/office/drawing/2014/main" id="{52AE1BFD-72C4-F265-4B29-B47A443BBECB}"/>
              </a:ext>
            </a:extLst>
          </p:cNvPr>
          <p:cNvSpPr txBox="1"/>
          <p:nvPr/>
        </p:nvSpPr>
        <p:spPr>
          <a:xfrm>
            <a:off x="1137054" y="277091"/>
            <a:ext cx="443342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err="1">
                <a:solidFill>
                  <a:srgbClr val="170B0B"/>
                </a:solidFill>
                <a:latin typeface="HelveticaNeueforSAS Light" panose="020B0403020202020204" pitchFamily="34" charset="0"/>
              </a:rPr>
              <a:t>Context</a:t>
            </a:r>
            <a:r>
              <a:rPr lang="fr-FR" sz="2000" b="1">
                <a:solidFill>
                  <a:srgbClr val="170B0B"/>
                </a:solidFill>
                <a:latin typeface="HelveticaNeueforSAS Light" panose="020B0403020202020204" pitchFamily="34" charset="0"/>
              </a:rPr>
              <a:t> </a:t>
            </a:r>
            <a:endParaRPr lang="fr-FR" sz="3200" b="1">
              <a:solidFill>
                <a:srgbClr val="FCBB14"/>
              </a:solidFill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err="1">
                <a:latin typeface="HelveticaNeueforSAS Light" panose="020B0403020202020204" pitchFamily="34" charset="0"/>
              </a:rPr>
              <a:t>Geographical</a:t>
            </a:r>
            <a:r>
              <a:rPr lang="fr-FR" b="1">
                <a:latin typeface="HelveticaNeueforSAS Light" panose="020B0403020202020204" pitchFamily="34" charset="0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Human data &amp; Economy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err="1">
                <a:latin typeface="HelveticaNeueforSAS Light" panose="020B0403020202020204" pitchFamily="34" charset="0"/>
              </a:rPr>
              <a:t>Itinerary</a:t>
            </a:r>
            <a:r>
              <a:rPr lang="fr-FR" b="1">
                <a:latin typeface="HelveticaNeueforSAS Light" panose="020B0403020202020204" pitchFamily="34" charset="0"/>
              </a:rPr>
              <a:t> </a:t>
            </a:r>
            <a:r>
              <a:rPr lang="fr-FR" b="1" err="1">
                <a:latin typeface="HelveticaNeueforSAS Light" panose="020B0403020202020204" pitchFamily="34" charset="0"/>
              </a:rPr>
              <a:t>overview</a:t>
            </a:r>
            <a:endParaRPr lang="fr-FR" b="1"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2000" b="1" err="1">
                <a:latin typeface="HelveticaNeueforSAS Light" panose="020B0403020202020204" pitchFamily="34" charset="0"/>
              </a:rPr>
              <a:t>Athletes</a:t>
            </a:r>
            <a:r>
              <a:rPr lang="fr-FR" sz="2000" b="1">
                <a:latin typeface="HelveticaNeueforSAS Light" panose="020B0403020202020204" pitchFamily="34" charset="0"/>
              </a:rPr>
              <a:t> &amp; </a:t>
            </a:r>
            <a:r>
              <a:rPr lang="fr-FR" sz="2000" b="1" err="1">
                <a:latin typeface="HelveticaNeueforSAS Light" panose="020B0403020202020204" pitchFamily="34" charset="0"/>
              </a:rPr>
              <a:t>visitors</a:t>
            </a:r>
            <a:endParaRPr lang="fr-FR" sz="2000" b="1"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b="1">
              <a:latin typeface="HelveticaNeueforSAS Light" panose="020B0403020202020204" pitchFamily="34" charset="0"/>
            </a:endParaRPr>
          </a:p>
          <a:p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140519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5BDC3-D0A3-A62A-697C-53A034AE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914C3D-BE0B-F437-6321-FB6F87005E0B}"/>
              </a:ext>
            </a:extLst>
          </p:cNvPr>
          <p:cNvSpPr/>
          <p:nvPr/>
        </p:nvSpPr>
        <p:spPr>
          <a:xfrm>
            <a:off x="0" y="0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7D4222-6D96-F044-3C46-92B3D962E81B}"/>
              </a:ext>
            </a:extLst>
          </p:cNvPr>
          <p:cNvSpPr/>
          <p:nvPr/>
        </p:nvSpPr>
        <p:spPr>
          <a:xfrm>
            <a:off x="6373092" y="326733"/>
            <a:ext cx="5421744" cy="1200727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E454B2-87DC-424B-B5EB-C72B38A44DDA}"/>
              </a:ext>
            </a:extLst>
          </p:cNvPr>
          <p:cNvSpPr txBox="1"/>
          <p:nvPr/>
        </p:nvSpPr>
        <p:spPr>
          <a:xfrm>
            <a:off x="0" y="6080935"/>
            <a:ext cx="6373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fr-FR" sz="2000" dirty="0">
                <a:solidFill>
                  <a:schemeClr val="bg1"/>
                </a:solidFill>
              </a:rPr>
              <a:t>        </a:t>
            </a:r>
            <a:r>
              <a:rPr lang="fr-FR" sz="2000" dirty="0">
                <a:solidFill>
                  <a:schemeClr val="bg1"/>
                </a:solidFill>
                <a:latin typeface="Helvetica Neue Medium" panose="02000503000000020004"/>
              </a:rPr>
              <a:t>Piscine olympique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2D643B-DEBB-4C9E-64CD-921B9903F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12" y="1854195"/>
            <a:ext cx="6098867" cy="4064241"/>
          </a:xfrm>
          <a:custGeom>
            <a:avLst/>
            <a:gdLst>
              <a:gd name="connsiteX0" fmla="*/ 0 w 6098867"/>
              <a:gd name="connsiteY0" fmla="*/ 0 h 4064241"/>
              <a:gd name="connsiteX1" fmla="*/ 799629 w 6098867"/>
              <a:gd name="connsiteY1" fmla="*/ 0 h 4064241"/>
              <a:gd name="connsiteX2" fmla="*/ 1294315 w 6098867"/>
              <a:gd name="connsiteY2" fmla="*/ 0 h 4064241"/>
              <a:gd name="connsiteX3" fmla="*/ 1849990 w 6098867"/>
              <a:gd name="connsiteY3" fmla="*/ 0 h 4064241"/>
              <a:gd name="connsiteX4" fmla="*/ 2527642 w 6098867"/>
              <a:gd name="connsiteY4" fmla="*/ 0 h 4064241"/>
              <a:gd name="connsiteX5" fmla="*/ 3205293 w 6098867"/>
              <a:gd name="connsiteY5" fmla="*/ 0 h 4064241"/>
              <a:gd name="connsiteX6" fmla="*/ 3882945 w 6098867"/>
              <a:gd name="connsiteY6" fmla="*/ 0 h 4064241"/>
              <a:gd name="connsiteX7" fmla="*/ 4377631 w 6098867"/>
              <a:gd name="connsiteY7" fmla="*/ 0 h 4064241"/>
              <a:gd name="connsiteX8" fmla="*/ 5177260 w 6098867"/>
              <a:gd name="connsiteY8" fmla="*/ 0 h 4064241"/>
              <a:gd name="connsiteX9" fmla="*/ 6098867 w 6098867"/>
              <a:gd name="connsiteY9" fmla="*/ 0 h 4064241"/>
              <a:gd name="connsiteX10" fmla="*/ 6098867 w 6098867"/>
              <a:gd name="connsiteY10" fmla="*/ 718016 h 4064241"/>
              <a:gd name="connsiteX11" fmla="*/ 6098867 w 6098867"/>
              <a:gd name="connsiteY11" fmla="*/ 1436032 h 4064241"/>
              <a:gd name="connsiteX12" fmla="*/ 6098867 w 6098867"/>
              <a:gd name="connsiteY12" fmla="*/ 2032121 h 4064241"/>
              <a:gd name="connsiteX13" fmla="*/ 6098867 w 6098867"/>
              <a:gd name="connsiteY13" fmla="*/ 2709494 h 4064241"/>
              <a:gd name="connsiteX14" fmla="*/ 6098867 w 6098867"/>
              <a:gd name="connsiteY14" fmla="*/ 3305583 h 4064241"/>
              <a:gd name="connsiteX15" fmla="*/ 6098867 w 6098867"/>
              <a:gd name="connsiteY15" fmla="*/ 4064241 h 4064241"/>
              <a:gd name="connsiteX16" fmla="*/ 5421215 w 6098867"/>
              <a:gd name="connsiteY16" fmla="*/ 4064241 h 4064241"/>
              <a:gd name="connsiteX17" fmla="*/ 4682575 w 6098867"/>
              <a:gd name="connsiteY17" fmla="*/ 4064241 h 4064241"/>
              <a:gd name="connsiteX18" fmla="*/ 4004923 w 6098867"/>
              <a:gd name="connsiteY18" fmla="*/ 4064241 h 4064241"/>
              <a:gd name="connsiteX19" fmla="*/ 3327271 w 6098867"/>
              <a:gd name="connsiteY19" fmla="*/ 4064241 h 4064241"/>
              <a:gd name="connsiteX20" fmla="*/ 2771596 w 6098867"/>
              <a:gd name="connsiteY20" fmla="*/ 4064241 h 4064241"/>
              <a:gd name="connsiteX21" fmla="*/ 2276910 w 6098867"/>
              <a:gd name="connsiteY21" fmla="*/ 4064241 h 4064241"/>
              <a:gd name="connsiteX22" fmla="*/ 1782224 w 6098867"/>
              <a:gd name="connsiteY22" fmla="*/ 4064241 h 4064241"/>
              <a:gd name="connsiteX23" fmla="*/ 1043584 w 6098867"/>
              <a:gd name="connsiteY23" fmla="*/ 4064241 h 4064241"/>
              <a:gd name="connsiteX24" fmla="*/ 0 w 6098867"/>
              <a:gd name="connsiteY24" fmla="*/ 4064241 h 4064241"/>
              <a:gd name="connsiteX25" fmla="*/ 0 w 6098867"/>
              <a:gd name="connsiteY25" fmla="*/ 3386868 h 4064241"/>
              <a:gd name="connsiteX26" fmla="*/ 0 w 6098867"/>
              <a:gd name="connsiteY26" fmla="*/ 2628209 h 4064241"/>
              <a:gd name="connsiteX27" fmla="*/ 0 w 6098867"/>
              <a:gd name="connsiteY27" fmla="*/ 1869551 h 4064241"/>
              <a:gd name="connsiteX28" fmla="*/ 0 w 6098867"/>
              <a:gd name="connsiteY28" fmla="*/ 1232820 h 4064241"/>
              <a:gd name="connsiteX29" fmla="*/ 0 w 6098867"/>
              <a:gd name="connsiteY29" fmla="*/ 596089 h 4064241"/>
              <a:gd name="connsiteX30" fmla="*/ 0 w 6098867"/>
              <a:gd name="connsiteY30" fmla="*/ 0 h 4064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98867" h="4064241" fill="none" extrusionOk="0">
                <a:moveTo>
                  <a:pt x="0" y="0"/>
                </a:moveTo>
                <a:cubicBezTo>
                  <a:pt x="325131" y="-4671"/>
                  <a:pt x="456354" y="-31167"/>
                  <a:pt x="799629" y="0"/>
                </a:cubicBezTo>
                <a:cubicBezTo>
                  <a:pt x="1142904" y="31167"/>
                  <a:pt x="1066105" y="-971"/>
                  <a:pt x="1294315" y="0"/>
                </a:cubicBezTo>
                <a:cubicBezTo>
                  <a:pt x="1522525" y="971"/>
                  <a:pt x="1658802" y="2676"/>
                  <a:pt x="1849990" y="0"/>
                </a:cubicBezTo>
                <a:cubicBezTo>
                  <a:pt x="2041179" y="-2676"/>
                  <a:pt x="2306882" y="25600"/>
                  <a:pt x="2527642" y="0"/>
                </a:cubicBezTo>
                <a:cubicBezTo>
                  <a:pt x="2748402" y="-25600"/>
                  <a:pt x="2870191" y="-22346"/>
                  <a:pt x="3205293" y="0"/>
                </a:cubicBezTo>
                <a:cubicBezTo>
                  <a:pt x="3540395" y="22346"/>
                  <a:pt x="3547029" y="6769"/>
                  <a:pt x="3882945" y="0"/>
                </a:cubicBezTo>
                <a:cubicBezTo>
                  <a:pt x="4218861" y="-6769"/>
                  <a:pt x="4246360" y="-18046"/>
                  <a:pt x="4377631" y="0"/>
                </a:cubicBezTo>
                <a:cubicBezTo>
                  <a:pt x="4508902" y="18046"/>
                  <a:pt x="4833539" y="-17465"/>
                  <a:pt x="5177260" y="0"/>
                </a:cubicBezTo>
                <a:cubicBezTo>
                  <a:pt x="5520981" y="17465"/>
                  <a:pt x="5817930" y="-2261"/>
                  <a:pt x="6098867" y="0"/>
                </a:cubicBezTo>
                <a:cubicBezTo>
                  <a:pt x="6105775" y="155008"/>
                  <a:pt x="6070197" y="464082"/>
                  <a:pt x="6098867" y="718016"/>
                </a:cubicBezTo>
                <a:cubicBezTo>
                  <a:pt x="6127537" y="971950"/>
                  <a:pt x="6072322" y="1252654"/>
                  <a:pt x="6098867" y="1436032"/>
                </a:cubicBezTo>
                <a:cubicBezTo>
                  <a:pt x="6125412" y="1619410"/>
                  <a:pt x="6081291" y="1737671"/>
                  <a:pt x="6098867" y="2032121"/>
                </a:cubicBezTo>
                <a:cubicBezTo>
                  <a:pt x="6116443" y="2326571"/>
                  <a:pt x="6098641" y="2537428"/>
                  <a:pt x="6098867" y="2709494"/>
                </a:cubicBezTo>
                <a:cubicBezTo>
                  <a:pt x="6099093" y="2881560"/>
                  <a:pt x="6074166" y="3161829"/>
                  <a:pt x="6098867" y="3305583"/>
                </a:cubicBezTo>
                <a:cubicBezTo>
                  <a:pt x="6123568" y="3449337"/>
                  <a:pt x="6124067" y="3879832"/>
                  <a:pt x="6098867" y="4064241"/>
                </a:cubicBezTo>
                <a:cubicBezTo>
                  <a:pt x="5887217" y="4091551"/>
                  <a:pt x="5679470" y="4085141"/>
                  <a:pt x="5421215" y="4064241"/>
                </a:cubicBezTo>
                <a:cubicBezTo>
                  <a:pt x="5162960" y="4043341"/>
                  <a:pt x="5011651" y="4088178"/>
                  <a:pt x="4682575" y="4064241"/>
                </a:cubicBezTo>
                <a:cubicBezTo>
                  <a:pt x="4353499" y="4040304"/>
                  <a:pt x="4156841" y="4057812"/>
                  <a:pt x="4004923" y="4064241"/>
                </a:cubicBezTo>
                <a:cubicBezTo>
                  <a:pt x="3853005" y="4070670"/>
                  <a:pt x="3509843" y="4058293"/>
                  <a:pt x="3327271" y="4064241"/>
                </a:cubicBezTo>
                <a:cubicBezTo>
                  <a:pt x="3144699" y="4070189"/>
                  <a:pt x="2953066" y="4074493"/>
                  <a:pt x="2771596" y="4064241"/>
                </a:cubicBezTo>
                <a:cubicBezTo>
                  <a:pt x="2590126" y="4053989"/>
                  <a:pt x="2381308" y="4079453"/>
                  <a:pt x="2276910" y="4064241"/>
                </a:cubicBezTo>
                <a:cubicBezTo>
                  <a:pt x="2172512" y="4049029"/>
                  <a:pt x="1977904" y="4046964"/>
                  <a:pt x="1782224" y="4064241"/>
                </a:cubicBezTo>
                <a:cubicBezTo>
                  <a:pt x="1586544" y="4081518"/>
                  <a:pt x="1396000" y="4074611"/>
                  <a:pt x="1043584" y="4064241"/>
                </a:cubicBezTo>
                <a:cubicBezTo>
                  <a:pt x="691168" y="4053871"/>
                  <a:pt x="451102" y="4067009"/>
                  <a:pt x="0" y="4064241"/>
                </a:cubicBezTo>
                <a:cubicBezTo>
                  <a:pt x="12009" y="3774817"/>
                  <a:pt x="17123" y="3581756"/>
                  <a:pt x="0" y="3386868"/>
                </a:cubicBezTo>
                <a:cubicBezTo>
                  <a:pt x="-17123" y="3191980"/>
                  <a:pt x="-23226" y="2925237"/>
                  <a:pt x="0" y="2628209"/>
                </a:cubicBezTo>
                <a:cubicBezTo>
                  <a:pt x="23226" y="2331181"/>
                  <a:pt x="8683" y="2162257"/>
                  <a:pt x="0" y="1869551"/>
                </a:cubicBezTo>
                <a:cubicBezTo>
                  <a:pt x="-8683" y="1576845"/>
                  <a:pt x="20720" y="1439004"/>
                  <a:pt x="0" y="1232820"/>
                </a:cubicBezTo>
                <a:cubicBezTo>
                  <a:pt x="-20720" y="1026636"/>
                  <a:pt x="-10362" y="756584"/>
                  <a:pt x="0" y="596089"/>
                </a:cubicBezTo>
                <a:cubicBezTo>
                  <a:pt x="10362" y="435594"/>
                  <a:pt x="-16579" y="294893"/>
                  <a:pt x="0" y="0"/>
                </a:cubicBezTo>
                <a:close/>
              </a:path>
              <a:path w="6098867" h="4064241" stroke="0" extrusionOk="0">
                <a:moveTo>
                  <a:pt x="0" y="0"/>
                </a:moveTo>
                <a:cubicBezTo>
                  <a:pt x="137252" y="-23975"/>
                  <a:pt x="468475" y="-12956"/>
                  <a:pt x="677652" y="0"/>
                </a:cubicBezTo>
                <a:cubicBezTo>
                  <a:pt x="886829" y="12956"/>
                  <a:pt x="1107319" y="4008"/>
                  <a:pt x="1233326" y="0"/>
                </a:cubicBezTo>
                <a:cubicBezTo>
                  <a:pt x="1359333" y="-4008"/>
                  <a:pt x="1842182" y="-4789"/>
                  <a:pt x="2032956" y="0"/>
                </a:cubicBezTo>
                <a:cubicBezTo>
                  <a:pt x="2223730" y="4789"/>
                  <a:pt x="2574540" y="-3943"/>
                  <a:pt x="2771596" y="0"/>
                </a:cubicBezTo>
                <a:cubicBezTo>
                  <a:pt x="2968652" y="3943"/>
                  <a:pt x="3196176" y="22501"/>
                  <a:pt x="3327271" y="0"/>
                </a:cubicBezTo>
                <a:cubicBezTo>
                  <a:pt x="3458367" y="-22501"/>
                  <a:pt x="3952886" y="-14909"/>
                  <a:pt x="4126900" y="0"/>
                </a:cubicBezTo>
                <a:cubicBezTo>
                  <a:pt x="4300914" y="14909"/>
                  <a:pt x="4513624" y="10337"/>
                  <a:pt x="4682575" y="0"/>
                </a:cubicBezTo>
                <a:cubicBezTo>
                  <a:pt x="4851526" y="-10337"/>
                  <a:pt x="5173327" y="29545"/>
                  <a:pt x="5360226" y="0"/>
                </a:cubicBezTo>
                <a:cubicBezTo>
                  <a:pt x="5547125" y="-29545"/>
                  <a:pt x="5750107" y="-21720"/>
                  <a:pt x="6098867" y="0"/>
                </a:cubicBezTo>
                <a:cubicBezTo>
                  <a:pt x="6101795" y="246828"/>
                  <a:pt x="6112655" y="379577"/>
                  <a:pt x="6098867" y="555446"/>
                </a:cubicBezTo>
                <a:cubicBezTo>
                  <a:pt x="6085079" y="731315"/>
                  <a:pt x="6101636" y="1016584"/>
                  <a:pt x="6098867" y="1151535"/>
                </a:cubicBezTo>
                <a:cubicBezTo>
                  <a:pt x="6096098" y="1286486"/>
                  <a:pt x="6082502" y="1540836"/>
                  <a:pt x="6098867" y="1788266"/>
                </a:cubicBezTo>
                <a:cubicBezTo>
                  <a:pt x="6115232" y="2035696"/>
                  <a:pt x="6112811" y="2230513"/>
                  <a:pt x="6098867" y="2343712"/>
                </a:cubicBezTo>
                <a:cubicBezTo>
                  <a:pt x="6084923" y="2456911"/>
                  <a:pt x="6119863" y="2747635"/>
                  <a:pt x="6098867" y="3061728"/>
                </a:cubicBezTo>
                <a:cubicBezTo>
                  <a:pt x="6077871" y="3375821"/>
                  <a:pt x="6126329" y="3729444"/>
                  <a:pt x="6098867" y="4064241"/>
                </a:cubicBezTo>
                <a:cubicBezTo>
                  <a:pt x="5946621" y="4093085"/>
                  <a:pt x="5754198" y="4048761"/>
                  <a:pt x="5482204" y="4064241"/>
                </a:cubicBezTo>
                <a:cubicBezTo>
                  <a:pt x="5210210" y="4079721"/>
                  <a:pt x="4923205" y="4072552"/>
                  <a:pt x="4682575" y="4064241"/>
                </a:cubicBezTo>
                <a:cubicBezTo>
                  <a:pt x="4441945" y="4055930"/>
                  <a:pt x="4383308" y="4059605"/>
                  <a:pt x="4187889" y="4064241"/>
                </a:cubicBezTo>
                <a:cubicBezTo>
                  <a:pt x="3992470" y="4068877"/>
                  <a:pt x="3777374" y="4076329"/>
                  <a:pt x="3510237" y="4064241"/>
                </a:cubicBezTo>
                <a:cubicBezTo>
                  <a:pt x="3243100" y="4052153"/>
                  <a:pt x="3149278" y="4064846"/>
                  <a:pt x="2832585" y="4064241"/>
                </a:cubicBezTo>
                <a:cubicBezTo>
                  <a:pt x="2515892" y="4063636"/>
                  <a:pt x="2315531" y="4046678"/>
                  <a:pt x="2154933" y="4064241"/>
                </a:cubicBezTo>
                <a:cubicBezTo>
                  <a:pt x="1994335" y="4081804"/>
                  <a:pt x="1567392" y="4069658"/>
                  <a:pt x="1416292" y="4064241"/>
                </a:cubicBezTo>
                <a:cubicBezTo>
                  <a:pt x="1265192" y="4058824"/>
                  <a:pt x="1048369" y="4094474"/>
                  <a:pt x="799629" y="4064241"/>
                </a:cubicBezTo>
                <a:cubicBezTo>
                  <a:pt x="550889" y="4034008"/>
                  <a:pt x="363583" y="4100576"/>
                  <a:pt x="0" y="4064241"/>
                </a:cubicBezTo>
                <a:cubicBezTo>
                  <a:pt x="22672" y="3901415"/>
                  <a:pt x="5803" y="3654173"/>
                  <a:pt x="0" y="3386868"/>
                </a:cubicBezTo>
                <a:cubicBezTo>
                  <a:pt x="-5803" y="3119563"/>
                  <a:pt x="-11478" y="3029007"/>
                  <a:pt x="0" y="2790779"/>
                </a:cubicBezTo>
                <a:cubicBezTo>
                  <a:pt x="11478" y="2552551"/>
                  <a:pt x="18751" y="2490308"/>
                  <a:pt x="0" y="2194690"/>
                </a:cubicBezTo>
                <a:cubicBezTo>
                  <a:pt x="-18751" y="1899072"/>
                  <a:pt x="-3739" y="1789124"/>
                  <a:pt x="0" y="1598601"/>
                </a:cubicBezTo>
                <a:cubicBezTo>
                  <a:pt x="3739" y="1408078"/>
                  <a:pt x="24928" y="1242780"/>
                  <a:pt x="0" y="1043155"/>
                </a:cubicBezTo>
                <a:cubicBezTo>
                  <a:pt x="-24928" y="843530"/>
                  <a:pt x="-10111" y="454583"/>
                  <a:pt x="0" y="0"/>
                </a:cubicBezTo>
                <a:close/>
              </a:path>
            </a:pathLst>
          </a:custGeom>
          <a:ln w="57150">
            <a:solidFill>
              <a:srgbClr val="E24F9B"/>
            </a:solidFill>
            <a:extLst>
              <a:ext uri="{C807C97D-BFC1-408E-A445-0C87EB9F89A2}">
                <ask:lineSketchStyleProps xmlns:ask="http://schemas.microsoft.com/office/drawing/2018/sketchyshapes" sd="5955865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2B4B2A4-1575-2B2B-5466-CB2131E7398E}"/>
              </a:ext>
            </a:extLst>
          </p:cNvPr>
          <p:cNvSpPr txBox="1"/>
          <p:nvPr/>
        </p:nvSpPr>
        <p:spPr>
          <a:xfrm>
            <a:off x="11672569" y="624097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ACA44"/>
                </a:solidFill>
              </a:rPr>
              <a:t>11</a:t>
            </a:r>
            <a:endParaRPr lang="fr-FR">
              <a:solidFill>
                <a:srgbClr val="FACA44"/>
              </a:solidFill>
            </a:endParaRPr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3F7BD7CD-E75E-A317-4566-0941194FC61F}"/>
              </a:ext>
            </a:extLst>
          </p:cNvPr>
          <p:cNvSpPr txBox="1"/>
          <p:nvPr/>
        </p:nvSpPr>
        <p:spPr>
          <a:xfrm>
            <a:off x="6954980" y="326733"/>
            <a:ext cx="4839856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latin typeface="HelveticaNeueforSAS Light"/>
              </a:rPr>
              <a:t>II.  Aspects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Histoire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sz="2000" b="1" u="sng" dirty="0">
                <a:solidFill>
                  <a:srgbClr val="FACA44"/>
                </a:solidFill>
                <a:latin typeface="HelveticaNeueforSAS Light"/>
              </a:rPr>
              <a:t>Patrimoine</a:t>
            </a:r>
            <a:r>
              <a:rPr lang="fr-FR" sz="2000" b="1" u="sng" dirty="0">
                <a:latin typeface="HelveticaNeueforSAS Light"/>
              </a:rPr>
              <a:t>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fr-FR" b="1" dirty="0">
                <a:latin typeface="HelveticaNeueforSAS Light"/>
              </a:rPr>
              <a:t>Évolution &amp; Impacte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C2EBEE7-C826-A879-9791-1BED296A37D9}"/>
              </a:ext>
            </a:extLst>
          </p:cNvPr>
          <p:cNvSpPr txBox="1"/>
          <p:nvPr/>
        </p:nvSpPr>
        <p:spPr>
          <a:xfrm>
            <a:off x="6496031" y="2545392"/>
            <a:ext cx="54217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69B4"/>
                </a:solidFill>
                <a:latin typeface="Helvetica Neue Medium" panose="02000503000000020004"/>
              </a:rPr>
              <a:t>3) Le </a:t>
            </a:r>
            <a:r>
              <a:rPr lang="en-US" sz="2400" dirty="0" err="1">
                <a:solidFill>
                  <a:srgbClr val="FF69B4"/>
                </a:solidFill>
                <a:latin typeface="Helvetica Neue Medium" panose="02000503000000020004"/>
              </a:rPr>
              <a:t>centre</a:t>
            </a:r>
            <a:r>
              <a:rPr lang="en-US" sz="2400" dirty="0">
                <a:solidFill>
                  <a:srgbClr val="FF69B4"/>
                </a:solidFill>
                <a:latin typeface="Helvetica Neue Medium" panose="02000503000000020004"/>
              </a:rPr>
              <a:t> </a:t>
            </a:r>
            <a:r>
              <a:rPr lang="en-US" sz="2400" dirty="0" err="1">
                <a:solidFill>
                  <a:srgbClr val="FF69B4"/>
                </a:solidFill>
                <a:latin typeface="Helvetica Neue Medium" panose="02000503000000020004"/>
              </a:rPr>
              <a:t>aquatique</a:t>
            </a:r>
            <a:r>
              <a:rPr lang="en-US" sz="2400" dirty="0">
                <a:solidFill>
                  <a:srgbClr val="FF69B4"/>
                </a:solidFill>
                <a:latin typeface="Helvetica Neue Medium" panose="02000503000000020004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FF69B4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Localisation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: </a:t>
            </a: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est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Londres</a:t>
            </a:r>
            <a:endParaRPr lang="en-US" sz="2400" dirty="0">
              <a:solidFill>
                <a:schemeClr val="bg1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Espace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:  </a:t>
            </a:r>
            <a:r>
              <a:rPr lang="en-US" sz="2400" dirty="0">
                <a:solidFill>
                  <a:srgbClr val="FACA44"/>
                </a:solidFill>
                <a:latin typeface="Helvetica Neue Medium" panose="02000503000000020004"/>
              </a:rPr>
              <a:t>1,1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hectares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Helvetica Neue Medium" panose="020005030000000200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Helvetica Neue Medium" panose="02000503000000020004"/>
              </a:rPr>
              <a:t>Capaci</a:t>
            </a:r>
            <a:r>
              <a:rPr lang="fr-FR" sz="2400" dirty="0">
                <a:solidFill>
                  <a:schemeClr val="bg1"/>
                </a:solidFill>
                <a:latin typeface="Helvetica Neue Medium" panose="02000503000000020004"/>
              </a:rPr>
              <a:t>té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: </a:t>
            </a:r>
            <a:r>
              <a:rPr lang="en-US" sz="2400" dirty="0">
                <a:solidFill>
                  <a:srgbClr val="FACA44"/>
                </a:solidFill>
                <a:latin typeface="Helvetica Neue Medium" panose="02000503000000020004"/>
              </a:rPr>
              <a:t>17500</a:t>
            </a:r>
            <a:r>
              <a:rPr lang="en-US" sz="2400" dirty="0">
                <a:solidFill>
                  <a:schemeClr val="bg1"/>
                </a:solidFill>
                <a:latin typeface="Helvetica Neue Medium" panose="02000503000000020004"/>
              </a:rPr>
              <a:t> places</a:t>
            </a:r>
            <a:endParaRPr lang="en-US" sz="2400" dirty="0">
              <a:solidFill>
                <a:srgbClr val="E24F9B"/>
              </a:solidFill>
              <a:latin typeface="Helvetica Neue Medium" panose="02000503000000020004"/>
              <a:cs typeface="Helvetica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03842-FBD2-72F5-B882-C8D31C87470D}"/>
              </a:ext>
            </a:extLst>
          </p:cNvPr>
          <p:cNvSpPr/>
          <p:nvPr/>
        </p:nvSpPr>
        <p:spPr>
          <a:xfrm>
            <a:off x="397164" y="139987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2">
            <a:extLst>
              <a:ext uri="{FF2B5EF4-FFF2-40B4-BE49-F238E27FC236}">
                <a16:creationId xmlns:a16="http://schemas.microsoft.com/office/drawing/2014/main" id="{71DCBBFA-A8F4-F374-8B03-2FE719C1482C}"/>
              </a:ext>
            </a:extLst>
          </p:cNvPr>
          <p:cNvSpPr txBox="1"/>
          <p:nvPr/>
        </p:nvSpPr>
        <p:spPr>
          <a:xfrm>
            <a:off x="1137055" y="139987"/>
            <a:ext cx="443342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err="1">
                <a:solidFill>
                  <a:srgbClr val="170B0B"/>
                </a:solidFill>
                <a:latin typeface="HelveticaNeueforSAS Light" panose="020B0403020202020204" pitchFamily="34" charset="0"/>
              </a:rPr>
              <a:t>Context</a:t>
            </a:r>
            <a:r>
              <a:rPr lang="fr-FR" sz="2000" b="1">
                <a:solidFill>
                  <a:srgbClr val="170B0B"/>
                </a:solidFill>
                <a:latin typeface="HelveticaNeueforSAS Light" panose="020B0403020202020204" pitchFamily="34" charset="0"/>
              </a:rPr>
              <a:t> </a:t>
            </a:r>
            <a:endParaRPr lang="fr-FR" sz="3200" b="1">
              <a:solidFill>
                <a:srgbClr val="FCBB14"/>
              </a:solidFill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err="1">
                <a:latin typeface="HelveticaNeueforSAS Light" panose="020B0403020202020204" pitchFamily="34" charset="0"/>
              </a:rPr>
              <a:t>Geographical</a:t>
            </a:r>
            <a:r>
              <a:rPr lang="fr-FR" b="1">
                <a:latin typeface="HelveticaNeueforSAS Light" panose="020B0403020202020204" pitchFamily="34" charset="0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Human data &amp; Economy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err="1">
                <a:latin typeface="HelveticaNeueforSAS Light" panose="020B0403020202020204" pitchFamily="34" charset="0"/>
              </a:rPr>
              <a:t>Itinerary</a:t>
            </a:r>
            <a:r>
              <a:rPr lang="fr-FR" b="1">
                <a:latin typeface="HelveticaNeueforSAS Light" panose="020B0403020202020204" pitchFamily="34" charset="0"/>
              </a:rPr>
              <a:t> </a:t>
            </a:r>
            <a:r>
              <a:rPr lang="fr-FR" b="1" err="1">
                <a:latin typeface="HelveticaNeueforSAS Light" panose="020B0403020202020204" pitchFamily="34" charset="0"/>
              </a:rPr>
              <a:t>overview</a:t>
            </a:r>
            <a:endParaRPr lang="fr-FR" b="1"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sz="2000" b="1" err="1">
                <a:latin typeface="HelveticaNeueforSAS Light" panose="020B0403020202020204" pitchFamily="34" charset="0"/>
              </a:rPr>
              <a:t>Athletes</a:t>
            </a:r>
            <a:r>
              <a:rPr lang="fr-FR" sz="2000" b="1">
                <a:latin typeface="HelveticaNeueforSAS Light" panose="020B0403020202020204" pitchFamily="34" charset="0"/>
              </a:rPr>
              <a:t> &amp; </a:t>
            </a:r>
            <a:r>
              <a:rPr lang="fr-FR" sz="2000" b="1" err="1">
                <a:latin typeface="HelveticaNeueforSAS Light" panose="020B0403020202020204" pitchFamily="34" charset="0"/>
              </a:rPr>
              <a:t>visitors</a:t>
            </a:r>
            <a:endParaRPr lang="fr-FR" sz="2000" b="1"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endParaRPr lang="fr-FR" b="1">
              <a:latin typeface="HelveticaNeueforSAS Light" panose="020B0403020202020204" pitchFamily="34" charset="0"/>
            </a:endParaRPr>
          </a:p>
          <a:p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465828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51CC1-CEBE-48CF-B174-807485D0A769}"/>
              </a:ext>
            </a:extLst>
          </p:cNvPr>
          <p:cNvSpPr/>
          <p:nvPr/>
        </p:nvSpPr>
        <p:spPr>
          <a:xfrm>
            <a:off x="0" y="0"/>
            <a:ext cx="12192000" cy="123864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598FA7-29E9-4E8A-8493-DB5D84709C2B}"/>
              </a:ext>
            </a:extLst>
          </p:cNvPr>
          <p:cNvSpPr/>
          <p:nvPr/>
        </p:nvSpPr>
        <p:spPr>
          <a:xfrm>
            <a:off x="397163" y="277091"/>
            <a:ext cx="5320145" cy="1551709"/>
          </a:xfrm>
          <a:prstGeom prst="rect">
            <a:avLst/>
          </a:prstGeom>
          <a:solidFill>
            <a:srgbClr val="FAC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1899D8F-AFF0-44B1-9C77-FD0859565D50}"/>
              </a:ext>
            </a:extLst>
          </p:cNvPr>
          <p:cNvSpPr txBox="1"/>
          <p:nvPr/>
        </p:nvSpPr>
        <p:spPr>
          <a:xfrm>
            <a:off x="983670" y="315400"/>
            <a:ext cx="3800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fr-FR" sz="2000" b="1" err="1">
                <a:solidFill>
                  <a:srgbClr val="170B0B"/>
                </a:solidFill>
                <a:latin typeface="HelveticaNeueforSAS Light" panose="020B0403020202020204" pitchFamily="34" charset="0"/>
              </a:rPr>
              <a:t>Context</a:t>
            </a:r>
            <a:r>
              <a:rPr lang="fr-FR" sz="2000" b="1">
                <a:solidFill>
                  <a:srgbClr val="170B0B"/>
                </a:solidFill>
                <a:latin typeface="HelveticaNeueforSAS Light" panose="020B0403020202020204" pitchFamily="34" charset="0"/>
              </a:rPr>
              <a:t> </a:t>
            </a:r>
            <a:endParaRPr lang="fr-FR" sz="3200" b="1">
              <a:solidFill>
                <a:srgbClr val="FCBB14"/>
              </a:solidFill>
              <a:latin typeface="HelveticaNeueforSAS Light" panose="020B0403020202020204" pitchFamily="34" charset="0"/>
            </a:endParaRP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err="1">
                <a:latin typeface="HelveticaNeueforSAS Light" panose="020B0403020202020204" pitchFamily="34" charset="0"/>
              </a:rPr>
              <a:t>Geographical</a:t>
            </a:r>
            <a:r>
              <a:rPr lang="fr-FR" b="1">
                <a:latin typeface="HelveticaNeueforSAS Light" panose="020B0403020202020204" pitchFamily="34" charset="0"/>
              </a:rPr>
              <a:t> Insight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Human data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>
                <a:latin typeface="HelveticaNeueforSAS Light" panose="020B0403020202020204" pitchFamily="34" charset="0"/>
              </a:rPr>
              <a:t>Economy</a:t>
            </a:r>
          </a:p>
          <a:p>
            <a:pPr marL="971550" lvl="1" indent="-514350" algn="l">
              <a:buFont typeface="Arial" panose="020B0604020202020204" pitchFamily="34" charset="0"/>
              <a:buChar char="•"/>
            </a:pPr>
            <a:r>
              <a:rPr lang="fr-FR" b="1" err="1">
                <a:latin typeface="HelveticaNeueforSAS Light" panose="020B0403020202020204" pitchFamily="34" charset="0"/>
              </a:rPr>
              <a:t>Itinerary</a:t>
            </a:r>
            <a:r>
              <a:rPr lang="fr-FR" b="1">
                <a:latin typeface="HelveticaNeueforSAS Light" panose="020B0403020202020204" pitchFamily="34" charset="0"/>
              </a:rPr>
              <a:t> </a:t>
            </a:r>
            <a:r>
              <a:rPr lang="fr-FR" b="1" err="1">
                <a:latin typeface="HelveticaNeueforSAS Light" panose="020B0403020202020204" pitchFamily="34" charset="0"/>
              </a:rPr>
              <a:t>overview</a:t>
            </a:r>
            <a:endParaRPr lang="fr-FR" b="1">
              <a:latin typeface="HelveticaNeueforSAS Light" panose="020B0403020202020204" pitchFamily="34" charset="0"/>
            </a:endParaRPr>
          </a:p>
          <a:p>
            <a:endParaRPr lang="fr-FR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59913-C621-44E8-BED7-694DB61155F9}"/>
              </a:ext>
            </a:extLst>
          </p:cNvPr>
          <p:cNvSpPr/>
          <p:nvPr/>
        </p:nvSpPr>
        <p:spPr>
          <a:xfrm>
            <a:off x="6358661" y="320190"/>
            <a:ext cx="5309369" cy="1548442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DA5B26C-C95F-468B-B844-A86EC747A0B3}"/>
              </a:ext>
            </a:extLst>
          </p:cNvPr>
          <p:cNvSpPr txBox="1"/>
          <p:nvPr/>
        </p:nvSpPr>
        <p:spPr>
          <a:xfrm>
            <a:off x="7047344" y="392751"/>
            <a:ext cx="4839856" cy="15388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solidFill>
                  <a:srgbClr val="000000"/>
                </a:solidFill>
                <a:latin typeface="HelveticaNeueforSAS Light"/>
                <a:cs typeface="Arial"/>
              </a:rPr>
              <a:t>II. Aspects</a:t>
            </a:r>
            <a:endParaRPr lang="en-US" sz="2000" dirty="0">
              <a:solidFill>
                <a:srgbClr val="000000"/>
              </a:solidFill>
              <a:latin typeface="HelveticaNeueforSAS Light"/>
              <a:cs typeface="Arial"/>
            </a:endParaRPr>
          </a:p>
          <a:p>
            <a:pPr marL="971550" lvl="1" indent="-514350">
              <a:buFont typeface="Arial,Sans-Serif"/>
              <a:buChar char="•"/>
            </a:pPr>
            <a:r>
              <a:rPr lang="fr-FR" b="1" dirty="0">
                <a:solidFill>
                  <a:srgbClr val="000000"/>
                </a:solidFill>
                <a:latin typeface="HelveticaNeueforSAS Light"/>
                <a:cs typeface="Arial"/>
              </a:rPr>
              <a:t>Histoire</a:t>
            </a:r>
            <a:endParaRPr lang="en-US" dirty="0">
              <a:solidFill>
                <a:srgbClr val="170B0B"/>
              </a:solidFill>
              <a:latin typeface="HelveticaNeueforSAS Light"/>
              <a:cs typeface="Arial"/>
            </a:endParaRPr>
          </a:p>
          <a:p>
            <a:pPr marL="971550" lvl="1" indent="-514350">
              <a:buFont typeface="Arial,Sans-Serif"/>
              <a:buChar char="•"/>
            </a:pPr>
            <a:r>
              <a:rPr lang="fr-FR" b="1" dirty="0">
                <a:solidFill>
                  <a:srgbClr val="000000"/>
                </a:solidFill>
                <a:latin typeface="HelveticaNeueforSAS Light"/>
                <a:cs typeface="Arial"/>
              </a:rPr>
              <a:t>Patrimoine </a:t>
            </a:r>
            <a:endParaRPr lang="en-US" dirty="0">
              <a:solidFill>
                <a:srgbClr val="000000"/>
              </a:solidFill>
              <a:latin typeface="HelveticaNeueforSAS Light"/>
              <a:cs typeface="Arial"/>
            </a:endParaRPr>
          </a:p>
          <a:p>
            <a:pPr marL="971550" lvl="1" indent="-514350">
              <a:buFont typeface="Arial,Sans-Serif"/>
              <a:buChar char="•"/>
            </a:pPr>
            <a:r>
              <a:rPr lang="fr-FR" b="1" u="sng" dirty="0">
                <a:solidFill>
                  <a:srgbClr val="FACA44"/>
                </a:solidFill>
                <a:latin typeface="HelveticaNeueforSAS Light"/>
                <a:cs typeface="Arial"/>
              </a:rPr>
              <a:t>Évolution &amp; Impacte</a:t>
            </a:r>
            <a:endParaRPr lang="fr-FR" u="sng" dirty="0">
              <a:solidFill>
                <a:srgbClr val="FACA44"/>
              </a:solidFill>
              <a:latin typeface="HelveticaNeueforSAS Light"/>
              <a:cs typeface="Arial"/>
            </a:endParaRPr>
          </a:p>
          <a:p>
            <a:endParaRPr lang="fr-FR" sz="2000" b="1" dirty="0">
              <a:solidFill>
                <a:srgbClr val="170B0B"/>
              </a:solidFill>
              <a:latin typeface="HelveticaNeueforSAS Light" panose="020B0403020202020204" pitchFamily="34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7431E9C-5CDA-C7D8-5856-B6BA501834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74466" y="2469011"/>
            <a:ext cx="5131091" cy="3289434"/>
          </a:xfrm>
          <a:custGeom>
            <a:avLst/>
            <a:gdLst>
              <a:gd name="connsiteX0" fmla="*/ 0 w 5131091"/>
              <a:gd name="connsiteY0" fmla="*/ 0 h 3289434"/>
              <a:gd name="connsiteX1" fmla="*/ 692697 w 5131091"/>
              <a:gd name="connsiteY1" fmla="*/ 0 h 3289434"/>
              <a:gd name="connsiteX2" fmla="*/ 1180151 w 5131091"/>
              <a:gd name="connsiteY2" fmla="*/ 0 h 3289434"/>
              <a:gd name="connsiteX3" fmla="*/ 1770226 w 5131091"/>
              <a:gd name="connsiteY3" fmla="*/ 0 h 3289434"/>
              <a:gd name="connsiteX4" fmla="*/ 2514235 w 5131091"/>
              <a:gd name="connsiteY4" fmla="*/ 0 h 3289434"/>
              <a:gd name="connsiteX5" fmla="*/ 3155621 w 5131091"/>
              <a:gd name="connsiteY5" fmla="*/ 0 h 3289434"/>
              <a:gd name="connsiteX6" fmla="*/ 3848318 w 5131091"/>
              <a:gd name="connsiteY6" fmla="*/ 0 h 3289434"/>
              <a:gd name="connsiteX7" fmla="*/ 4438394 w 5131091"/>
              <a:gd name="connsiteY7" fmla="*/ 0 h 3289434"/>
              <a:gd name="connsiteX8" fmla="*/ 5131091 w 5131091"/>
              <a:gd name="connsiteY8" fmla="*/ 0 h 3289434"/>
              <a:gd name="connsiteX9" fmla="*/ 5131091 w 5131091"/>
              <a:gd name="connsiteY9" fmla="*/ 723675 h 3289434"/>
              <a:gd name="connsiteX10" fmla="*/ 5131091 w 5131091"/>
              <a:gd name="connsiteY10" fmla="*/ 1315774 h 3289434"/>
              <a:gd name="connsiteX11" fmla="*/ 5131091 w 5131091"/>
              <a:gd name="connsiteY11" fmla="*/ 1874977 h 3289434"/>
              <a:gd name="connsiteX12" fmla="*/ 5131091 w 5131091"/>
              <a:gd name="connsiteY12" fmla="*/ 2467076 h 3289434"/>
              <a:gd name="connsiteX13" fmla="*/ 5131091 w 5131091"/>
              <a:gd name="connsiteY13" fmla="*/ 3289434 h 3289434"/>
              <a:gd name="connsiteX14" fmla="*/ 4489705 w 5131091"/>
              <a:gd name="connsiteY14" fmla="*/ 3289434 h 3289434"/>
              <a:gd name="connsiteX15" fmla="*/ 3848318 w 5131091"/>
              <a:gd name="connsiteY15" fmla="*/ 3289434 h 3289434"/>
              <a:gd name="connsiteX16" fmla="*/ 3309554 w 5131091"/>
              <a:gd name="connsiteY16" fmla="*/ 3289434 h 3289434"/>
              <a:gd name="connsiteX17" fmla="*/ 2668167 w 5131091"/>
              <a:gd name="connsiteY17" fmla="*/ 3289434 h 3289434"/>
              <a:gd name="connsiteX18" fmla="*/ 2026781 w 5131091"/>
              <a:gd name="connsiteY18" fmla="*/ 3289434 h 3289434"/>
              <a:gd name="connsiteX19" fmla="*/ 1385395 w 5131091"/>
              <a:gd name="connsiteY19" fmla="*/ 3289434 h 3289434"/>
              <a:gd name="connsiteX20" fmla="*/ 744008 w 5131091"/>
              <a:gd name="connsiteY20" fmla="*/ 3289434 h 3289434"/>
              <a:gd name="connsiteX21" fmla="*/ 0 w 5131091"/>
              <a:gd name="connsiteY21" fmla="*/ 3289434 h 3289434"/>
              <a:gd name="connsiteX22" fmla="*/ 0 w 5131091"/>
              <a:gd name="connsiteY22" fmla="*/ 2598653 h 3289434"/>
              <a:gd name="connsiteX23" fmla="*/ 0 w 5131091"/>
              <a:gd name="connsiteY23" fmla="*/ 1907872 h 3289434"/>
              <a:gd name="connsiteX24" fmla="*/ 0 w 5131091"/>
              <a:gd name="connsiteY24" fmla="*/ 1217091 h 3289434"/>
              <a:gd name="connsiteX25" fmla="*/ 0 w 5131091"/>
              <a:gd name="connsiteY25" fmla="*/ 0 h 3289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131091" h="3289434" fill="none" extrusionOk="0">
                <a:moveTo>
                  <a:pt x="0" y="0"/>
                </a:moveTo>
                <a:cubicBezTo>
                  <a:pt x="251073" y="26719"/>
                  <a:pt x="547218" y="-30473"/>
                  <a:pt x="692697" y="0"/>
                </a:cubicBezTo>
                <a:cubicBezTo>
                  <a:pt x="838176" y="30473"/>
                  <a:pt x="1027778" y="9592"/>
                  <a:pt x="1180151" y="0"/>
                </a:cubicBezTo>
                <a:cubicBezTo>
                  <a:pt x="1332524" y="-9592"/>
                  <a:pt x="1534545" y="-15489"/>
                  <a:pt x="1770226" y="0"/>
                </a:cubicBezTo>
                <a:cubicBezTo>
                  <a:pt x="2005908" y="15489"/>
                  <a:pt x="2204078" y="17334"/>
                  <a:pt x="2514235" y="0"/>
                </a:cubicBezTo>
                <a:cubicBezTo>
                  <a:pt x="2824392" y="-17334"/>
                  <a:pt x="2923390" y="25310"/>
                  <a:pt x="3155621" y="0"/>
                </a:cubicBezTo>
                <a:cubicBezTo>
                  <a:pt x="3387852" y="-25310"/>
                  <a:pt x="3568998" y="-13271"/>
                  <a:pt x="3848318" y="0"/>
                </a:cubicBezTo>
                <a:cubicBezTo>
                  <a:pt x="4127638" y="13271"/>
                  <a:pt x="4163825" y="-21052"/>
                  <a:pt x="4438394" y="0"/>
                </a:cubicBezTo>
                <a:cubicBezTo>
                  <a:pt x="4712963" y="21052"/>
                  <a:pt x="4905551" y="27460"/>
                  <a:pt x="5131091" y="0"/>
                </a:cubicBezTo>
                <a:cubicBezTo>
                  <a:pt x="5151240" y="263116"/>
                  <a:pt x="5125436" y="365950"/>
                  <a:pt x="5131091" y="723675"/>
                </a:cubicBezTo>
                <a:cubicBezTo>
                  <a:pt x="5136746" y="1081401"/>
                  <a:pt x="5115856" y="1108560"/>
                  <a:pt x="5131091" y="1315774"/>
                </a:cubicBezTo>
                <a:cubicBezTo>
                  <a:pt x="5146326" y="1522988"/>
                  <a:pt x="5139978" y="1606967"/>
                  <a:pt x="5131091" y="1874977"/>
                </a:cubicBezTo>
                <a:cubicBezTo>
                  <a:pt x="5122204" y="2142987"/>
                  <a:pt x="5109658" y="2199602"/>
                  <a:pt x="5131091" y="2467076"/>
                </a:cubicBezTo>
                <a:cubicBezTo>
                  <a:pt x="5152524" y="2734550"/>
                  <a:pt x="5104320" y="2949855"/>
                  <a:pt x="5131091" y="3289434"/>
                </a:cubicBezTo>
                <a:cubicBezTo>
                  <a:pt x="4952212" y="3278194"/>
                  <a:pt x="4768887" y="3291383"/>
                  <a:pt x="4489705" y="3289434"/>
                </a:cubicBezTo>
                <a:cubicBezTo>
                  <a:pt x="4210523" y="3287485"/>
                  <a:pt x="4156243" y="3276387"/>
                  <a:pt x="3848318" y="3289434"/>
                </a:cubicBezTo>
                <a:cubicBezTo>
                  <a:pt x="3540393" y="3302481"/>
                  <a:pt x="3564572" y="3304421"/>
                  <a:pt x="3309554" y="3289434"/>
                </a:cubicBezTo>
                <a:cubicBezTo>
                  <a:pt x="3054536" y="3274447"/>
                  <a:pt x="2918302" y="3291352"/>
                  <a:pt x="2668167" y="3289434"/>
                </a:cubicBezTo>
                <a:cubicBezTo>
                  <a:pt x="2418032" y="3287516"/>
                  <a:pt x="2345681" y="3277336"/>
                  <a:pt x="2026781" y="3289434"/>
                </a:cubicBezTo>
                <a:cubicBezTo>
                  <a:pt x="1707881" y="3301532"/>
                  <a:pt x="1552517" y="3288192"/>
                  <a:pt x="1385395" y="3289434"/>
                </a:cubicBezTo>
                <a:cubicBezTo>
                  <a:pt x="1218273" y="3290676"/>
                  <a:pt x="928439" y="3316087"/>
                  <a:pt x="744008" y="3289434"/>
                </a:cubicBezTo>
                <a:cubicBezTo>
                  <a:pt x="559577" y="3262781"/>
                  <a:pt x="338470" y="3266913"/>
                  <a:pt x="0" y="3289434"/>
                </a:cubicBezTo>
                <a:cubicBezTo>
                  <a:pt x="-7367" y="3030646"/>
                  <a:pt x="22005" y="2821210"/>
                  <a:pt x="0" y="2598653"/>
                </a:cubicBezTo>
                <a:cubicBezTo>
                  <a:pt x="-22005" y="2376096"/>
                  <a:pt x="-33697" y="2049479"/>
                  <a:pt x="0" y="1907872"/>
                </a:cubicBezTo>
                <a:cubicBezTo>
                  <a:pt x="33697" y="1766265"/>
                  <a:pt x="-23116" y="1438679"/>
                  <a:pt x="0" y="1217091"/>
                </a:cubicBezTo>
                <a:cubicBezTo>
                  <a:pt x="23116" y="995503"/>
                  <a:pt x="-9613" y="439661"/>
                  <a:pt x="0" y="0"/>
                </a:cubicBezTo>
                <a:close/>
              </a:path>
              <a:path w="5131091" h="3289434" stroke="0" extrusionOk="0">
                <a:moveTo>
                  <a:pt x="0" y="0"/>
                </a:moveTo>
                <a:cubicBezTo>
                  <a:pt x="205032" y="-6282"/>
                  <a:pt x="469236" y="41"/>
                  <a:pt x="590075" y="0"/>
                </a:cubicBezTo>
                <a:cubicBezTo>
                  <a:pt x="710914" y="-41"/>
                  <a:pt x="857511" y="-13836"/>
                  <a:pt x="1077529" y="0"/>
                </a:cubicBezTo>
                <a:cubicBezTo>
                  <a:pt x="1297547" y="13836"/>
                  <a:pt x="1659219" y="14717"/>
                  <a:pt x="1821537" y="0"/>
                </a:cubicBezTo>
                <a:cubicBezTo>
                  <a:pt x="1983855" y="-14717"/>
                  <a:pt x="2136558" y="-20066"/>
                  <a:pt x="2411613" y="0"/>
                </a:cubicBezTo>
                <a:cubicBezTo>
                  <a:pt x="2686668" y="20066"/>
                  <a:pt x="2835599" y="-16358"/>
                  <a:pt x="3001688" y="0"/>
                </a:cubicBezTo>
                <a:cubicBezTo>
                  <a:pt x="3167777" y="16358"/>
                  <a:pt x="3437748" y="-4688"/>
                  <a:pt x="3745696" y="0"/>
                </a:cubicBezTo>
                <a:cubicBezTo>
                  <a:pt x="4053644" y="4688"/>
                  <a:pt x="4106364" y="10522"/>
                  <a:pt x="4284461" y="0"/>
                </a:cubicBezTo>
                <a:cubicBezTo>
                  <a:pt x="4462559" y="-10522"/>
                  <a:pt x="4808935" y="-15821"/>
                  <a:pt x="5131091" y="0"/>
                </a:cubicBezTo>
                <a:cubicBezTo>
                  <a:pt x="5101742" y="260174"/>
                  <a:pt x="5164440" y="482227"/>
                  <a:pt x="5131091" y="723675"/>
                </a:cubicBezTo>
                <a:cubicBezTo>
                  <a:pt x="5097742" y="965123"/>
                  <a:pt x="5140725" y="1020553"/>
                  <a:pt x="5131091" y="1315774"/>
                </a:cubicBezTo>
                <a:cubicBezTo>
                  <a:pt x="5121457" y="1610995"/>
                  <a:pt x="5142117" y="1839489"/>
                  <a:pt x="5131091" y="1973660"/>
                </a:cubicBezTo>
                <a:cubicBezTo>
                  <a:pt x="5120065" y="2107831"/>
                  <a:pt x="5146093" y="2344827"/>
                  <a:pt x="5131091" y="2664442"/>
                </a:cubicBezTo>
                <a:cubicBezTo>
                  <a:pt x="5116089" y="2984057"/>
                  <a:pt x="5142834" y="3038819"/>
                  <a:pt x="5131091" y="3289434"/>
                </a:cubicBezTo>
                <a:cubicBezTo>
                  <a:pt x="4938227" y="3273855"/>
                  <a:pt x="4657089" y="3286188"/>
                  <a:pt x="4489705" y="3289434"/>
                </a:cubicBezTo>
                <a:cubicBezTo>
                  <a:pt x="4322321" y="3292680"/>
                  <a:pt x="4111727" y="3310308"/>
                  <a:pt x="3950940" y="3289434"/>
                </a:cubicBezTo>
                <a:cubicBezTo>
                  <a:pt x="3790153" y="3268560"/>
                  <a:pt x="3615571" y="3275601"/>
                  <a:pt x="3309554" y="3289434"/>
                </a:cubicBezTo>
                <a:cubicBezTo>
                  <a:pt x="3003537" y="3303267"/>
                  <a:pt x="2791708" y="3279779"/>
                  <a:pt x="2565546" y="3289434"/>
                </a:cubicBezTo>
                <a:cubicBezTo>
                  <a:pt x="2339384" y="3299089"/>
                  <a:pt x="2124966" y="3310746"/>
                  <a:pt x="1924159" y="3289434"/>
                </a:cubicBezTo>
                <a:cubicBezTo>
                  <a:pt x="1723352" y="3268122"/>
                  <a:pt x="1549494" y="3292605"/>
                  <a:pt x="1436705" y="3289434"/>
                </a:cubicBezTo>
                <a:cubicBezTo>
                  <a:pt x="1323916" y="3286263"/>
                  <a:pt x="1073569" y="3307897"/>
                  <a:pt x="897941" y="3289434"/>
                </a:cubicBezTo>
                <a:cubicBezTo>
                  <a:pt x="722313" y="3270971"/>
                  <a:pt x="370985" y="3286057"/>
                  <a:pt x="0" y="3289434"/>
                </a:cubicBezTo>
                <a:cubicBezTo>
                  <a:pt x="10774" y="3037935"/>
                  <a:pt x="-25463" y="2898182"/>
                  <a:pt x="0" y="2631547"/>
                </a:cubicBezTo>
                <a:cubicBezTo>
                  <a:pt x="25463" y="2364912"/>
                  <a:pt x="-31442" y="2112617"/>
                  <a:pt x="0" y="1973660"/>
                </a:cubicBezTo>
                <a:cubicBezTo>
                  <a:pt x="31442" y="1834703"/>
                  <a:pt x="-11199" y="1562778"/>
                  <a:pt x="0" y="1348668"/>
                </a:cubicBezTo>
                <a:cubicBezTo>
                  <a:pt x="11199" y="1134558"/>
                  <a:pt x="7375" y="929695"/>
                  <a:pt x="0" y="789464"/>
                </a:cubicBezTo>
                <a:cubicBezTo>
                  <a:pt x="-7375" y="649233"/>
                  <a:pt x="13115" y="22054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rgbClr val="E24F9B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A04127F-53B1-AAE1-320A-01ACE510C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586443" y="2433817"/>
            <a:ext cx="5039733" cy="3359822"/>
          </a:xfrm>
          <a:custGeom>
            <a:avLst/>
            <a:gdLst>
              <a:gd name="connsiteX0" fmla="*/ 0 w 5039733"/>
              <a:gd name="connsiteY0" fmla="*/ 0 h 3359822"/>
              <a:gd name="connsiteX1" fmla="*/ 680364 w 5039733"/>
              <a:gd name="connsiteY1" fmla="*/ 0 h 3359822"/>
              <a:gd name="connsiteX2" fmla="*/ 1209536 w 5039733"/>
              <a:gd name="connsiteY2" fmla="*/ 0 h 3359822"/>
              <a:gd name="connsiteX3" fmla="*/ 1738708 w 5039733"/>
              <a:gd name="connsiteY3" fmla="*/ 0 h 3359822"/>
              <a:gd name="connsiteX4" fmla="*/ 2469469 w 5039733"/>
              <a:gd name="connsiteY4" fmla="*/ 0 h 3359822"/>
              <a:gd name="connsiteX5" fmla="*/ 3049038 w 5039733"/>
              <a:gd name="connsiteY5" fmla="*/ 0 h 3359822"/>
              <a:gd name="connsiteX6" fmla="*/ 3679005 w 5039733"/>
              <a:gd name="connsiteY6" fmla="*/ 0 h 3359822"/>
              <a:gd name="connsiteX7" fmla="*/ 4308972 w 5039733"/>
              <a:gd name="connsiteY7" fmla="*/ 0 h 3359822"/>
              <a:gd name="connsiteX8" fmla="*/ 5039733 w 5039733"/>
              <a:gd name="connsiteY8" fmla="*/ 0 h 3359822"/>
              <a:gd name="connsiteX9" fmla="*/ 5039733 w 5039733"/>
              <a:gd name="connsiteY9" fmla="*/ 739161 h 3359822"/>
              <a:gd name="connsiteX10" fmla="*/ 5039733 w 5039733"/>
              <a:gd name="connsiteY10" fmla="*/ 1411125 h 3359822"/>
              <a:gd name="connsiteX11" fmla="*/ 5039733 w 5039733"/>
              <a:gd name="connsiteY11" fmla="*/ 2116688 h 3359822"/>
              <a:gd name="connsiteX12" fmla="*/ 5039733 w 5039733"/>
              <a:gd name="connsiteY12" fmla="*/ 3359822 h 3359822"/>
              <a:gd name="connsiteX13" fmla="*/ 4409766 w 5039733"/>
              <a:gd name="connsiteY13" fmla="*/ 3359822 h 3359822"/>
              <a:gd name="connsiteX14" fmla="*/ 3930992 w 5039733"/>
              <a:gd name="connsiteY14" fmla="*/ 3359822 h 3359822"/>
              <a:gd name="connsiteX15" fmla="*/ 3301025 w 5039733"/>
              <a:gd name="connsiteY15" fmla="*/ 3359822 h 3359822"/>
              <a:gd name="connsiteX16" fmla="*/ 2620661 w 5039733"/>
              <a:gd name="connsiteY16" fmla="*/ 3359822 h 3359822"/>
              <a:gd name="connsiteX17" fmla="*/ 2141887 w 5039733"/>
              <a:gd name="connsiteY17" fmla="*/ 3359822 h 3359822"/>
              <a:gd name="connsiteX18" fmla="*/ 1411125 w 5039733"/>
              <a:gd name="connsiteY18" fmla="*/ 3359822 h 3359822"/>
              <a:gd name="connsiteX19" fmla="*/ 781159 w 5039733"/>
              <a:gd name="connsiteY19" fmla="*/ 3359822 h 3359822"/>
              <a:gd name="connsiteX20" fmla="*/ 0 w 5039733"/>
              <a:gd name="connsiteY20" fmla="*/ 3359822 h 3359822"/>
              <a:gd name="connsiteX21" fmla="*/ 0 w 5039733"/>
              <a:gd name="connsiteY21" fmla="*/ 2687858 h 3359822"/>
              <a:gd name="connsiteX22" fmla="*/ 0 w 5039733"/>
              <a:gd name="connsiteY22" fmla="*/ 1982295 h 3359822"/>
              <a:gd name="connsiteX23" fmla="*/ 0 w 5039733"/>
              <a:gd name="connsiteY23" fmla="*/ 1243134 h 3359822"/>
              <a:gd name="connsiteX24" fmla="*/ 0 w 5039733"/>
              <a:gd name="connsiteY24" fmla="*/ 0 h 3359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039733" h="3359822" fill="none" extrusionOk="0">
                <a:moveTo>
                  <a:pt x="0" y="0"/>
                </a:moveTo>
                <a:cubicBezTo>
                  <a:pt x="229627" y="14568"/>
                  <a:pt x="443299" y="-9223"/>
                  <a:pt x="680364" y="0"/>
                </a:cubicBezTo>
                <a:cubicBezTo>
                  <a:pt x="917429" y="9223"/>
                  <a:pt x="1092931" y="1729"/>
                  <a:pt x="1209536" y="0"/>
                </a:cubicBezTo>
                <a:cubicBezTo>
                  <a:pt x="1326141" y="-1729"/>
                  <a:pt x="1585260" y="-15402"/>
                  <a:pt x="1738708" y="0"/>
                </a:cubicBezTo>
                <a:cubicBezTo>
                  <a:pt x="1892156" y="15402"/>
                  <a:pt x="2109518" y="-26229"/>
                  <a:pt x="2469469" y="0"/>
                </a:cubicBezTo>
                <a:cubicBezTo>
                  <a:pt x="2829420" y="26229"/>
                  <a:pt x="2880190" y="-7629"/>
                  <a:pt x="3049038" y="0"/>
                </a:cubicBezTo>
                <a:cubicBezTo>
                  <a:pt x="3217886" y="7629"/>
                  <a:pt x="3537797" y="30511"/>
                  <a:pt x="3679005" y="0"/>
                </a:cubicBezTo>
                <a:cubicBezTo>
                  <a:pt x="3820213" y="-30511"/>
                  <a:pt x="4055159" y="12951"/>
                  <a:pt x="4308972" y="0"/>
                </a:cubicBezTo>
                <a:cubicBezTo>
                  <a:pt x="4562785" y="-12951"/>
                  <a:pt x="4815798" y="-34142"/>
                  <a:pt x="5039733" y="0"/>
                </a:cubicBezTo>
                <a:cubicBezTo>
                  <a:pt x="5023085" y="367140"/>
                  <a:pt x="5074078" y="576050"/>
                  <a:pt x="5039733" y="739161"/>
                </a:cubicBezTo>
                <a:cubicBezTo>
                  <a:pt x="5005388" y="902272"/>
                  <a:pt x="5031121" y="1222996"/>
                  <a:pt x="5039733" y="1411125"/>
                </a:cubicBezTo>
                <a:cubicBezTo>
                  <a:pt x="5048345" y="1599254"/>
                  <a:pt x="5019261" y="1791622"/>
                  <a:pt x="5039733" y="2116688"/>
                </a:cubicBezTo>
                <a:cubicBezTo>
                  <a:pt x="5060205" y="2441754"/>
                  <a:pt x="5002855" y="2910883"/>
                  <a:pt x="5039733" y="3359822"/>
                </a:cubicBezTo>
                <a:cubicBezTo>
                  <a:pt x="4728658" y="3363415"/>
                  <a:pt x="4680605" y="3357951"/>
                  <a:pt x="4409766" y="3359822"/>
                </a:cubicBezTo>
                <a:cubicBezTo>
                  <a:pt x="4138927" y="3361693"/>
                  <a:pt x="4060541" y="3343426"/>
                  <a:pt x="3930992" y="3359822"/>
                </a:cubicBezTo>
                <a:cubicBezTo>
                  <a:pt x="3801443" y="3376218"/>
                  <a:pt x="3563581" y="3385709"/>
                  <a:pt x="3301025" y="3359822"/>
                </a:cubicBezTo>
                <a:cubicBezTo>
                  <a:pt x="3038469" y="3333935"/>
                  <a:pt x="2912985" y="3365325"/>
                  <a:pt x="2620661" y="3359822"/>
                </a:cubicBezTo>
                <a:cubicBezTo>
                  <a:pt x="2328337" y="3354319"/>
                  <a:pt x="2317579" y="3355451"/>
                  <a:pt x="2141887" y="3359822"/>
                </a:cubicBezTo>
                <a:cubicBezTo>
                  <a:pt x="1966195" y="3364193"/>
                  <a:pt x="1761998" y="3333992"/>
                  <a:pt x="1411125" y="3359822"/>
                </a:cubicBezTo>
                <a:cubicBezTo>
                  <a:pt x="1060252" y="3385652"/>
                  <a:pt x="1037636" y="3346187"/>
                  <a:pt x="781159" y="3359822"/>
                </a:cubicBezTo>
                <a:cubicBezTo>
                  <a:pt x="524682" y="3373457"/>
                  <a:pt x="310046" y="3342003"/>
                  <a:pt x="0" y="3359822"/>
                </a:cubicBezTo>
                <a:cubicBezTo>
                  <a:pt x="97" y="3180645"/>
                  <a:pt x="5562" y="2903374"/>
                  <a:pt x="0" y="2687858"/>
                </a:cubicBezTo>
                <a:cubicBezTo>
                  <a:pt x="-5562" y="2472342"/>
                  <a:pt x="19515" y="2300083"/>
                  <a:pt x="0" y="1982295"/>
                </a:cubicBezTo>
                <a:cubicBezTo>
                  <a:pt x="-19515" y="1664507"/>
                  <a:pt x="-7572" y="1408926"/>
                  <a:pt x="0" y="1243134"/>
                </a:cubicBezTo>
                <a:cubicBezTo>
                  <a:pt x="7572" y="1077342"/>
                  <a:pt x="53184" y="341218"/>
                  <a:pt x="0" y="0"/>
                </a:cubicBezTo>
                <a:close/>
              </a:path>
              <a:path w="5039733" h="3359822" stroke="0" extrusionOk="0">
                <a:moveTo>
                  <a:pt x="0" y="0"/>
                </a:moveTo>
                <a:cubicBezTo>
                  <a:pt x="206876" y="24999"/>
                  <a:pt x="267474" y="-7655"/>
                  <a:pt x="529172" y="0"/>
                </a:cubicBezTo>
                <a:cubicBezTo>
                  <a:pt x="790870" y="7655"/>
                  <a:pt x="933696" y="-15545"/>
                  <a:pt x="1159139" y="0"/>
                </a:cubicBezTo>
                <a:cubicBezTo>
                  <a:pt x="1384582" y="15545"/>
                  <a:pt x="1588084" y="-24934"/>
                  <a:pt x="1789105" y="0"/>
                </a:cubicBezTo>
                <a:cubicBezTo>
                  <a:pt x="1990126" y="24934"/>
                  <a:pt x="2247069" y="-24972"/>
                  <a:pt x="2419072" y="0"/>
                </a:cubicBezTo>
                <a:cubicBezTo>
                  <a:pt x="2591075" y="24972"/>
                  <a:pt x="2776909" y="-21159"/>
                  <a:pt x="2897846" y="0"/>
                </a:cubicBezTo>
                <a:cubicBezTo>
                  <a:pt x="3018783" y="21159"/>
                  <a:pt x="3175854" y="22438"/>
                  <a:pt x="3427018" y="0"/>
                </a:cubicBezTo>
                <a:cubicBezTo>
                  <a:pt x="3678182" y="-22438"/>
                  <a:pt x="3763141" y="24677"/>
                  <a:pt x="4056985" y="0"/>
                </a:cubicBezTo>
                <a:cubicBezTo>
                  <a:pt x="4350829" y="-24677"/>
                  <a:pt x="4713209" y="22548"/>
                  <a:pt x="5039733" y="0"/>
                </a:cubicBezTo>
                <a:cubicBezTo>
                  <a:pt x="5069639" y="294622"/>
                  <a:pt x="5066832" y="400246"/>
                  <a:pt x="5039733" y="604768"/>
                </a:cubicBezTo>
                <a:cubicBezTo>
                  <a:pt x="5012634" y="809290"/>
                  <a:pt x="5070608" y="1007042"/>
                  <a:pt x="5039733" y="1343929"/>
                </a:cubicBezTo>
                <a:cubicBezTo>
                  <a:pt x="5008858" y="1680816"/>
                  <a:pt x="5006783" y="1792698"/>
                  <a:pt x="5039733" y="2015893"/>
                </a:cubicBezTo>
                <a:cubicBezTo>
                  <a:pt x="5072683" y="2239088"/>
                  <a:pt x="5036296" y="2396112"/>
                  <a:pt x="5039733" y="2587063"/>
                </a:cubicBezTo>
                <a:cubicBezTo>
                  <a:pt x="5043171" y="2778014"/>
                  <a:pt x="5059977" y="3125400"/>
                  <a:pt x="5039733" y="3359822"/>
                </a:cubicBezTo>
                <a:cubicBezTo>
                  <a:pt x="4794867" y="3364156"/>
                  <a:pt x="4514525" y="3366435"/>
                  <a:pt x="4308972" y="3359822"/>
                </a:cubicBezTo>
                <a:cubicBezTo>
                  <a:pt x="4103419" y="3353209"/>
                  <a:pt x="3858196" y="3349663"/>
                  <a:pt x="3729402" y="3359822"/>
                </a:cubicBezTo>
                <a:cubicBezTo>
                  <a:pt x="3600608" y="3369982"/>
                  <a:pt x="3425059" y="3383162"/>
                  <a:pt x="3250628" y="3359822"/>
                </a:cubicBezTo>
                <a:cubicBezTo>
                  <a:pt x="3076197" y="3336482"/>
                  <a:pt x="2938420" y="3333424"/>
                  <a:pt x="2721456" y="3359822"/>
                </a:cubicBezTo>
                <a:cubicBezTo>
                  <a:pt x="2504492" y="3386220"/>
                  <a:pt x="2399241" y="3338068"/>
                  <a:pt x="2091489" y="3359822"/>
                </a:cubicBezTo>
                <a:cubicBezTo>
                  <a:pt x="1783737" y="3381576"/>
                  <a:pt x="1709194" y="3386468"/>
                  <a:pt x="1511920" y="3359822"/>
                </a:cubicBezTo>
                <a:cubicBezTo>
                  <a:pt x="1314646" y="3333176"/>
                  <a:pt x="1163252" y="3375309"/>
                  <a:pt x="932351" y="3359822"/>
                </a:cubicBezTo>
                <a:cubicBezTo>
                  <a:pt x="701450" y="3344335"/>
                  <a:pt x="253664" y="3343045"/>
                  <a:pt x="0" y="3359822"/>
                </a:cubicBezTo>
                <a:cubicBezTo>
                  <a:pt x="24043" y="3054560"/>
                  <a:pt x="27049" y="2971143"/>
                  <a:pt x="0" y="2654259"/>
                </a:cubicBezTo>
                <a:cubicBezTo>
                  <a:pt x="-27049" y="2337375"/>
                  <a:pt x="-30926" y="2220341"/>
                  <a:pt x="0" y="2015893"/>
                </a:cubicBezTo>
                <a:cubicBezTo>
                  <a:pt x="30926" y="1811445"/>
                  <a:pt x="23775" y="1642547"/>
                  <a:pt x="0" y="1444723"/>
                </a:cubicBezTo>
                <a:cubicBezTo>
                  <a:pt x="-23775" y="1246899"/>
                  <a:pt x="-13545" y="1016792"/>
                  <a:pt x="0" y="839955"/>
                </a:cubicBezTo>
                <a:cubicBezTo>
                  <a:pt x="13545" y="663118"/>
                  <a:pt x="36552" y="191180"/>
                  <a:pt x="0" y="0"/>
                </a:cubicBezTo>
                <a:close/>
              </a:path>
            </a:pathLst>
          </a:custGeom>
          <a:ln w="57150">
            <a:solidFill>
              <a:srgbClr val="E24F9B"/>
            </a:solidFill>
            <a:extLst>
              <a:ext uri="{C807C97D-BFC1-408E-A445-0C87EB9F89A2}">
                <ask:lineSketchStyleProps xmlns:ask="http://schemas.microsoft.com/office/drawing/2018/sketchyshapes" sd="161601567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967B1505-E7B3-75FB-DBDB-DCD5AC78E027}"/>
              </a:ext>
            </a:extLst>
          </p:cNvPr>
          <p:cNvSpPr txBox="1"/>
          <p:nvPr/>
        </p:nvSpPr>
        <p:spPr>
          <a:xfrm>
            <a:off x="11672569" y="624097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ACA44"/>
                </a:solidFill>
              </a:rPr>
              <a:t>12</a:t>
            </a:r>
            <a:endParaRPr lang="fr-FR">
              <a:solidFill>
                <a:srgbClr val="FACA44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B3CF524-CDDD-BE08-6A80-E8745EFC4C39}"/>
              </a:ext>
            </a:extLst>
          </p:cNvPr>
          <p:cNvSpPr txBox="1"/>
          <p:nvPr/>
        </p:nvSpPr>
        <p:spPr>
          <a:xfrm>
            <a:off x="1297129" y="6060927"/>
            <a:ext cx="4106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Parc Olympique de Londres 2008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B380162-E5B9-78A6-C398-7EF38A02CD57}"/>
              </a:ext>
            </a:extLst>
          </p:cNvPr>
          <p:cNvSpPr txBox="1"/>
          <p:nvPr/>
        </p:nvSpPr>
        <p:spPr>
          <a:xfrm>
            <a:off x="7519386" y="6079684"/>
            <a:ext cx="4106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Parc Olympique de Londres 2012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401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23C66ED-DBBF-12CA-7F5E-813E0E7D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002B52-2669-1ED7-2E0F-0627FC31D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E9EC0D-91EA-9D35-F655-335C580A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770627C-B480-1145-72DC-5B59DBE04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9F81D39-93D1-019C-74DC-4710F5334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4" name="Image 5" descr="Une image contenant ciel, bâtiment, plein air, eau&#10;&#10;Description générée automatiquement">
            <a:extLst>
              <a:ext uri="{FF2B5EF4-FFF2-40B4-BE49-F238E27FC236}">
                <a16:creationId xmlns:a16="http://schemas.microsoft.com/office/drawing/2014/main" id="{F2F5CF0A-6C3E-86BB-7A1E-CE2EB4B889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  <a14:imgEffect>
                      <a14:saturation sat="3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427" r="2" b="2"/>
          <a:stretch/>
        </p:blipFill>
        <p:spPr>
          <a:xfrm>
            <a:off x="19" y="-15242"/>
            <a:ext cx="12191981" cy="68873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5C75FD-B25D-0E3C-331F-DA9BF77CB56B}"/>
              </a:ext>
            </a:extLst>
          </p:cNvPr>
          <p:cNvSpPr txBox="1"/>
          <p:nvPr/>
        </p:nvSpPr>
        <p:spPr>
          <a:xfrm>
            <a:off x="485423" y="428977"/>
            <a:ext cx="51928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i="1" dirty="0">
                <a:solidFill>
                  <a:schemeClr val="bg1"/>
                </a:solidFill>
                <a:latin typeface="Helvetica Bold Oblique" pitchFamily="2" charset="0"/>
              </a:rPr>
              <a:t>À </a:t>
            </a:r>
            <a:r>
              <a:rPr lang="en-US" sz="8000" b="1" i="1" dirty="0" err="1">
                <a:solidFill>
                  <a:schemeClr val="bg1"/>
                </a:solidFill>
                <a:latin typeface="Helvetica Bold Oblique" pitchFamily="2" charset="0"/>
              </a:rPr>
              <a:t>vos</a:t>
            </a:r>
            <a:r>
              <a:rPr lang="en-US" sz="8000" b="1" i="1" dirty="0">
                <a:solidFill>
                  <a:schemeClr val="bg1"/>
                </a:solidFill>
                <a:latin typeface="Helvetica Bold Oblique" pitchFamily="2" charset="0"/>
              </a:rPr>
              <a:t> question !  </a:t>
            </a:r>
          </a:p>
        </p:txBody>
      </p:sp>
    </p:spTree>
    <p:extLst>
      <p:ext uri="{BB962C8B-B14F-4D97-AF65-F5344CB8AC3E}">
        <p14:creationId xmlns:p14="http://schemas.microsoft.com/office/powerpoint/2010/main" val="38313969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Microsoft Office PowerPoint</Application>
  <PresentationFormat>Grand écran</PresentationFormat>
  <Paragraphs>199</Paragraphs>
  <Slides>14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6" baseType="lpstr">
      <vt:lpstr>.SF NS</vt:lpstr>
      <vt:lpstr>Aptos</vt:lpstr>
      <vt:lpstr>Arial</vt:lpstr>
      <vt:lpstr>Arial,Sans-Serif</vt:lpstr>
      <vt:lpstr>Calibri</vt:lpstr>
      <vt:lpstr>Helvetica</vt:lpstr>
      <vt:lpstr>Helvetica Bold Oblique</vt:lpstr>
      <vt:lpstr>Helvetica Neue Medium</vt:lpstr>
      <vt:lpstr>HelveticaNeueforSAS</vt:lpstr>
      <vt:lpstr>HelveticaNeueforSAS Light</vt:lpstr>
      <vt:lpstr>Wingdings</vt:lpstr>
      <vt:lpstr>Thème Office</vt:lpstr>
      <vt:lpstr>Les Jeux Olympiques Londres 2012</vt:lpstr>
      <vt:lpstr> Sommaire :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CHIROL QUENTIN</dc:creator>
  <cp:lastModifiedBy>Quentin Chirol</cp:lastModifiedBy>
  <cp:revision>1</cp:revision>
  <dcterms:created xsi:type="dcterms:W3CDTF">2024-10-18T06:19:41Z</dcterms:created>
  <dcterms:modified xsi:type="dcterms:W3CDTF">2025-03-04T15:49:17Z</dcterms:modified>
</cp:coreProperties>
</file>